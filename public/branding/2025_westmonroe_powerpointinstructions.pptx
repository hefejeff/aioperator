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6"/>
  </p:sldMasterIdLst>
  <p:notesMasterIdLst>
    <p:notesMasterId r:id="rId24"/>
  </p:notesMasterIdLst>
  <p:handoutMasterIdLst>
    <p:handoutMasterId r:id="rId25"/>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2" r:id="rId21"/>
    <p:sldId id="270" r:id="rId22"/>
    <p:sldId id="271" r:id="rId23"/>
  </p:sldIdLst>
  <p:sldSz cx="12192000" cy="6858000"/>
  <p:notesSz cx="6858000" cy="9144000"/>
  <p:defaultTex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828"/>
    <a:srgbClr val="343434"/>
    <a:srgbClr val="F5F5F5"/>
    <a:srgbClr val="00FCB0"/>
    <a:srgbClr val="000000"/>
    <a:srgbClr val="F900D3"/>
    <a:srgbClr val="00E8FA"/>
    <a:srgbClr val="1DD566"/>
    <a:srgbClr val="F6EB21"/>
    <a:srgbClr val="FFC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27"/>
    <p:restoredTop sz="94683"/>
  </p:normalViewPr>
  <p:slideViewPr>
    <p:cSldViewPr snapToGrid="0">
      <p:cViewPr>
        <p:scale>
          <a:sx n="111" d="100"/>
          <a:sy n="111" d="100"/>
        </p:scale>
        <p:origin x="768" y="105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52911825940263"/>
          <c:y val="0.21282515852093103"/>
          <c:w val="0.61840170529158278"/>
          <c:h val="0.42231013738685141"/>
        </c:manualLayout>
      </c:layout>
      <c:doughnutChart>
        <c:varyColors val="1"/>
        <c:ser>
          <c:idx val="0"/>
          <c:order val="0"/>
          <c:tx>
            <c:strRef>
              <c:f>Sheet1!$B$1</c:f>
              <c:strCache>
                <c:ptCount val="1"/>
                <c:pt idx="0">
                  <c:v>Sales '23</c:v>
                </c:pt>
              </c:strCache>
            </c:strRef>
          </c:tx>
          <c:spPr>
            <a:ln w="19050">
              <a:solidFill>
                <a:srgbClr val="070154"/>
              </a:solidFill>
            </a:ln>
          </c:spPr>
          <c:dPt>
            <c:idx val="0"/>
            <c:bubble3D val="0"/>
            <c:spPr>
              <a:solidFill>
                <a:srgbClr val="F900D4"/>
              </a:solidFill>
              <a:ln w="19050">
                <a:solidFill>
                  <a:srgbClr val="070154"/>
                </a:solidFill>
              </a:ln>
              <a:effectLst/>
            </c:spPr>
            <c:extLst>
              <c:ext xmlns:c16="http://schemas.microsoft.com/office/drawing/2014/chart" uri="{C3380CC4-5D6E-409C-BE32-E72D297353CC}">
                <c16:uniqueId val="{00000001-8D3E-C94F-96CE-A11B31454E3D}"/>
              </c:ext>
            </c:extLst>
          </c:dPt>
          <c:dPt>
            <c:idx val="1"/>
            <c:bubble3D val="0"/>
            <c:spPr>
              <a:solidFill>
                <a:srgbClr val="00E8FA"/>
              </a:solidFill>
              <a:ln w="19050">
                <a:solidFill>
                  <a:srgbClr val="070154"/>
                </a:solidFill>
              </a:ln>
              <a:effectLst/>
            </c:spPr>
            <c:extLst>
              <c:ext xmlns:c16="http://schemas.microsoft.com/office/drawing/2014/chart" uri="{C3380CC4-5D6E-409C-BE32-E72D297353CC}">
                <c16:uniqueId val="{00000003-8D3E-C94F-96CE-A11B31454E3D}"/>
              </c:ext>
            </c:extLst>
          </c:dPt>
          <c:dPt>
            <c:idx val="2"/>
            <c:bubble3D val="0"/>
            <c:spPr>
              <a:solidFill>
                <a:srgbClr val="1DD566"/>
              </a:solidFill>
              <a:ln w="19050">
                <a:solidFill>
                  <a:srgbClr val="070154"/>
                </a:solidFill>
              </a:ln>
              <a:effectLst/>
            </c:spPr>
            <c:extLst>
              <c:ext xmlns:c16="http://schemas.microsoft.com/office/drawing/2014/chart" uri="{C3380CC4-5D6E-409C-BE32-E72D297353CC}">
                <c16:uniqueId val="{00000005-8D3E-C94F-96CE-A11B31454E3D}"/>
              </c:ext>
            </c:extLst>
          </c:dPt>
          <c:dPt>
            <c:idx val="3"/>
            <c:bubble3D val="0"/>
            <c:spPr>
              <a:solidFill>
                <a:srgbClr val="FFC700"/>
              </a:solidFill>
              <a:ln w="19050">
                <a:solidFill>
                  <a:srgbClr val="070154"/>
                </a:solidFill>
              </a:ln>
              <a:effectLst/>
            </c:spPr>
            <c:extLst>
              <c:ext xmlns:c16="http://schemas.microsoft.com/office/drawing/2014/chart" uri="{C3380CC4-5D6E-409C-BE32-E72D297353CC}">
                <c16:uniqueId val="{00000007-8D3E-C94F-96CE-A11B31454E3D}"/>
              </c:ext>
            </c:extLst>
          </c:dPt>
          <c:dLbls>
            <c:dLbl>
              <c:idx val="3"/>
              <c:layout>
                <c:manualLayout>
                  <c:x val="2.9361717868570478E-2"/>
                  <c:y val="0.107878301308504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D3E-C94F-96CE-A11B31454E3D}"/>
                </c:ext>
              </c:extLst>
            </c:dLbl>
            <c:spPr>
              <a:noFill/>
              <a:ln>
                <a:noFill/>
              </a:ln>
              <a:effectLst/>
            </c:spPr>
            <c:txPr>
              <a:bodyPr rot="0" spcFirstLastPara="1" vertOverflow="ellipsis" vert="horz" wrap="square" anchor="ctr" anchorCtr="1"/>
              <a:lstStyle/>
              <a:p>
                <a:pPr>
                  <a:defRPr sz="7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rgbClr val="070154"/>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0.47</c:v>
                </c:pt>
                <c:pt idx="1">
                  <c:v>0.39</c:v>
                </c:pt>
                <c:pt idx="2">
                  <c:v>0.11</c:v>
                </c:pt>
                <c:pt idx="3">
                  <c:v>0.03</c:v>
                </c:pt>
              </c:numCache>
            </c:numRef>
          </c:val>
          <c:extLst>
            <c:ext xmlns:c16="http://schemas.microsoft.com/office/drawing/2014/chart" uri="{C3380CC4-5D6E-409C-BE32-E72D297353CC}">
              <c16:uniqueId val="{00000008-8D3E-C94F-96CE-A11B31454E3D}"/>
            </c:ext>
          </c:extLst>
        </c:ser>
        <c:dLbls>
          <c:showLegendKey val="0"/>
          <c:showVal val="1"/>
          <c:showCatName val="0"/>
          <c:showSerName val="0"/>
          <c:showPercent val="0"/>
          <c:showBubbleSize val="0"/>
          <c:showLeaderLines val="1"/>
        </c:dLbls>
        <c:firstSliceAng val="0"/>
        <c:holeSize val="5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b="1">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rgbClr val="F900D4"/>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0%</c:formatCode>
                <c:ptCount val="4"/>
                <c:pt idx="0">
                  <c:v>0.57999999999999996</c:v>
                </c:pt>
                <c:pt idx="1">
                  <c:v>0.56999999999999995</c:v>
                </c:pt>
                <c:pt idx="2">
                  <c:v>0.51</c:v>
                </c:pt>
                <c:pt idx="3">
                  <c:v>0.49</c:v>
                </c:pt>
              </c:numCache>
            </c:numRef>
          </c:val>
          <c:extLst>
            <c:ext xmlns:c16="http://schemas.microsoft.com/office/drawing/2014/chart" uri="{C3380CC4-5D6E-409C-BE32-E72D297353CC}">
              <c16:uniqueId val="{00000000-4CA7-424E-BD3C-4CE63BF31AE5}"/>
            </c:ext>
          </c:extLst>
        </c:ser>
        <c:ser>
          <c:idx val="1"/>
          <c:order val="1"/>
          <c:tx>
            <c:strRef>
              <c:f>Sheet1!$C$1</c:f>
              <c:strCache>
                <c:ptCount val="1"/>
                <c:pt idx="0">
                  <c:v>Series 2</c:v>
                </c:pt>
              </c:strCache>
            </c:strRef>
          </c:tx>
          <c:spPr>
            <a:solidFill>
              <a:srgbClr val="00E8FA"/>
            </a:solidFill>
            <a:ln w="19050">
              <a:solidFill>
                <a:srgbClr val="070154"/>
              </a:solidFill>
            </a:ln>
            <a:effectLst/>
          </c:spPr>
          <c:invertIfNegative val="0"/>
          <c:dLbls>
            <c:dLbl>
              <c:idx val="0"/>
              <c:layout>
                <c:manualLayout>
                  <c:x val="0.12282195990168723"/>
                  <c:y val="2.740745936088819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CA7-424E-BD3C-4CE63BF31AE5}"/>
                </c:ext>
              </c:extLst>
            </c:dLbl>
            <c:dLbl>
              <c:idx val="1"/>
              <c:layout>
                <c:manualLayout>
                  <c:x val="0.11971636908015078"/>
                  <c:y val="1.370372968044406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CA7-424E-BD3C-4CE63BF31AE5}"/>
                </c:ext>
              </c:extLst>
            </c:dLbl>
            <c:dLbl>
              <c:idx val="2"/>
              <c:layout>
                <c:manualLayout>
                  <c:x val="0.1197163690801509"/>
                  <c:y val="-6.2808035471583539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CA7-424E-BD3C-4CE63BF31AE5}"/>
                </c:ext>
              </c:extLst>
            </c:dLbl>
            <c:dLbl>
              <c:idx val="3"/>
              <c:layout>
                <c:manualLayout>
                  <c:x val="0.12334624232069309"/>
                  <c:y val="2.740745936088832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CA7-424E-BD3C-4CE63BF31AE5}"/>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0%</c:formatCode>
                <c:ptCount val="4"/>
                <c:pt idx="0">
                  <c:v>0.03</c:v>
                </c:pt>
                <c:pt idx="1">
                  <c:v>0.03</c:v>
                </c:pt>
                <c:pt idx="2">
                  <c:v>0.04</c:v>
                </c:pt>
                <c:pt idx="3">
                  <c:v>0.05</c:v>
                </c:pt>
              </c:numCache>
            </c:numRef>
          </c:val>
          <c:extLst>
            <c:ext xmlns:c16="http://schemas.microsoft.com/office/drawing/2014/chart" uri="{C3380CC4-5D6E-409C-BE32-E72D297353CC}">
              <c16:uniqueId val="{00000005-4CA7-424E-BD3C-4CE63BF31AE5}"/>
            </c:ext>
          </c:extLst>
        </c:ser>
        <c:ser>
          <c:idx val="2"/>
          <c:order val="2"/>
          <c:tx>
            <c:strRef>
              <c:f>Sheet1!$D$1</c:f>
              <c:strCache>
                <c:ptCount val="1"/>
                <c:pt idx="0">
                  <c:v>Series 3</c:v>
                </c:pt>
              </c:strCache>
            </c:strRef>
          </c:tx>
          <c:spPr>
            <a:solidFill>
              <a:srgbClr val="1AD465"/>
            </a:solidFill>
            <a:ln w="19050">
              <a:solidFill>
                <a:srgbClr val="070154"/>
              </a:solidFill>
            </a:ln>
            <a:effectLst/>
          </c:spPr>
          <c:invertIfNegative val="0"/>
          <c:dLbls>
            <c:dLbl>
              <c:idx val="0"/>
              <c:layout>
                <c:manualLayout>
                  <c:x val="0.12111804203991834"/>
                  <c:y val="-6.85186484022212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CA7-424E-BD3C-4CE63BF31AE5}"/>
                </c:ext>
              </c:extLst>
            </c:dLbl>
            <c:dLbl>
              <c:idx val="1"/>
              <c:layout>
                <c:manualLayout>
                  <c:x val="0.12111804203991827"/>
                  <c:y val="-2.055559452066619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CA7-424E-BD3C-4CE63BF31AE5}"/>
                </c:ext>
              </c:extLst>
            </c:dLbl>
            <c:dLbl>
              <c:idx val="2"/>
              <c:layout>
                <c:manualLayout>
                  <c:x val="0.11964129692407124"/>
                  <c:y val="-4.084925357834595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5.5869174841778099E-2"/>
                      <c:h val="8.355876148496634E-2"/>
                    </c:manualLayout>
                  </c15:layout>
                </c:ext>
                <c:ext xmlns:c16="http://schemas.microsoft.com/office/drawing/2014/chart" uri="{C3380CC4-5D6E-409C-BE32-E72D297353CC}">
                  <c16:uniqueId val="{00000008-4CA7-424E-BD3C-4CE63BF31AE5}"/>
                </c:ext>
              </c:extLst>
            </c:dLbl>
            <c:dLbl>
              <c:idx val="3"/>
              <c:layout>
                <c:manualLayout>
                  <c:x val="0.1233260682070884"/>
                  <c:y val="-1.370399943890247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5.45896842054297E-2"/>
                      <c:h val="8.355876148496634E-2"/>
                    </c:manualLayout>
                  </c15:layout>
                </c:ext>
                <c:ext xmlns:c16="http://schemas.microsoft.com/office/drawing/2014/chart" uri="{C3380CC4-5D6E-409C-BE32-E72D297353CC}">
                  <c16:uniqueId val="{00000009-4CA7-424E-BD3C-4CE63BF31AE5}"/>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0%</c:formatCode>
                <c:ptCount val="4"/>
                <c:pt idx="0">
                  <c:v>0.08</c:v>
                </c:pt>
                <c:pt idx="1">
                  <c:v>0.05</c:v>
                </c:pt>
                <c:pt idx="2">
                  <c:v>0.01</c:v>
                </c:pt>
                <c:pt idx="3">
                  <c:v>0.05</c:v>
                </c:pt>
              </c:numCache>
            </c:numRef>
          </c:val>
          <c:extLst>
            <c:ext xmlns:c16="http://schemas.microsoft.com/office/drawing/2014/chart" uri="{C3380CC4-5D6E-409C-BE32-E72D297353CC}">
              <c16:uniqueId val="{0000000A-4CA7-424E-BD3C-4CE63BF31AE5}"/>
            </c:ext>
          </c:extLst>
        </c:ser>
        <c:ser>
          <c:idx val="3"/>
          <c:order val="3"/>
          <c:tx>
            <c:strRef>
              <c:f>Sheet1!$E$1</c:f>
              <c:strCache>
                <c:ptCount val="1"/>
                <c:pt idx="0">
                  <c:v>Series 4</c:v>
                </c:pt>
              </c:strCache>
            </c:strRef>
          </c:tx>
          <c:spPr>
            <a:solidFill>
              <a:srgbClr val="FFC700"/>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Sheet1!$E$2:$E$5</c:f>
              <c:numCache>
                <c:formatCode>0%</c:formatCode>
                <c:ptCount val="4"/>
                <c:pt idx="0">
                  <c:v>0.11</c:v>
                </c:pt>
                <c:pt idx="1">
                  <c:v>0.15</c:v>
                </c:pt>
                <c:pt idx="2">
                  <c:v>0.17</c:v>
                </c:pt>
                <c:pt idx="3">
                  <c:v>0.11</c:v>
                </c:pt>
              </c:numCache>
            </c:numRef>
          </c:val>
          <c:extLst>
            <c:ext xmlns:c16="http://schemas.microsoft.com/office/drawing/2014/chart" uri="{C3380CC4-5D6E-409C-BE32-E72D297353CC}">
              <c16:uniqueId val="{0000000B-4CA7-424E-BD3C-4CE63BF31AE5}"/>
            </c:ext>
          </c:extLst>
        </c:ser>
        <c:ser>
          <c:idx val="4"/>
          <c:order val="4"/>
          <c:tx>
            <c:strRef>
              <c:f>Sheet1!$F$1</c:f>
              <c:strCache>
                <c:ptCount val="1"/>
                <c:pt idx="0">
                  <c:v>Series 5</c:v>
                </c:pt>
              </c:strCache>
            </c:strRef>
          </c:tx>
          <c:spPr>
            <a:solidFill>
              <a:srgbClr val="B740FE"/>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Sheet1!$F$2:$F$5</c:f>
              <c:numCache>
                <c:formatCode>0%</c:formatCode>
                <c:ptCount val="4"/>
                <c:pt idx="0">
                  <c:v>0.2</c:v>
                </c:pt>
                <c:pt idx="1">
                  <c:v>0.2</c:v>
                </c:pt>
                <c:pt idx="2">
                  <c:v>0.27</c:v>
                </c:pt>
                <c:pt idx="3">
                  <c:v>0.3</c:v>
                </c:pt>
              </c:numCache>
            </c:numRef>
          </c:val>
          <c:extLst>
            <c:ext xmlns:c16="http://schemas.microsoft.com/office/drawing/2014/chart" uri="{C3380CC4-5D6E-409C-BE32-E72D297353CC}">
              <c16:uniqueId val="{0000000C-4CA7-424E-BD3C-4CE63BF31AE5}"/>
            </c:ext>
          </c:extLst>
        </c:ser>
        <c:dLbls>
          <c:showLegendKey val="0"/>
          <c:showVal val="0"/>
          <c:showCatName val="0"/>
          <c:showSerName val="0"/>
          <c:showPercent val="0"/>
          <c:showBubbleSize val="0"/>
        </c:dLbls>
        <c:gapWidth val="40"/>
        <c:overlap val="100"/>
        <c:axId val="875757152"/>
        <c:axId val="874058240"/>
      </c:barChart>
      <c:catAx>
        <c:axId val="875757152"/>
        <c:scaling>
          <c:orientation val="minMax"/>
        </c:scaling>
        <c:delete val="0"/>
        <c:axPos val="b"/>
        <c:numFmt formatCode="General" sourceLinked="1"/>
        <c:majorTickMark val="none"/>
        <c:minorTickMark val="none"/>
        <c:tickLblPos val="nextTo"/>
        <c:spPr>
          <a:noFill/>
          <a:ln w="19050" cap="flat" cmpd="sng" algn="ctr">
            <a:solidFill>
              <a:srgbClr val="070154"/>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874058240"/>
        <c:crosses val="autoZero"/>
        <c:auto val="1"/>
        <c:lblAlgn val="ctr"/>
        <c:lblOffset val="100"/>
        <c:noMultiLvlLbl val="0"/>
      </c:catAx>
      <c:valAx>
        <c:axId val="874058240"/>
        <c:scaling>
          <c:orientation val="minMax"/>
        </c:scaling>
        <c:delete val="1"/>
        <c:axPos val="l"/>
        <c:majorGridlines>
          <c:spPr>
            <a:ln w="9525" cap="flat" cmpd="sng" algn="ctr">
              <a:noFill/>
              <a:round/>
            </a:ln>
            <a:effectLst/>
          </c:spPr>
        </c:majorGridlines>
        <c:numFmt formatCode="0%" sourceLinked="1"/>
        <c:majorTickMark val="none"/>
        <c:minorTickMark val="none"/>
        <c:tickLblPos val="nextTo"/>
        <c:crossAx val="875757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b="1">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rgbClr val="F900D4"/>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0%</c:formatCode>
                <c:ptCount val="4"/>
                <c:pt idx="0">
                  <c:v>0.57999999999999996</c:v>
                </c:pt>
                <c:pt idx="1">
                  <c:v>0.56999999999999995</c:v>
                </c:pt>
                <c:pt idx="2">
                  <c:v>0.51</c:v>
                </c:pt>
                <c:pt idx="3">
                  <c:v>0.49</c:v>
                </c:pt>
              </c:numCache>
            </c:numRef>
          </c:val>
          <c:extLst>
            <c:ext xmlns:c16="http://schemas.microsoft.com/office/drawing/2014/chart" uri="{C3380CC4-5D6E-409C-BE32-E72D297353CC}">
              <c16:uniqueId val="{00000000-317A-C845-9ADD-1D457DEB1FA3}"/>
            </c:ext>
          </c:extLst>
        </c:ser>
        <c:ser>
          <c:idx val="1"/>
          <c:order val="1"/>
          <c:tx>
            <c:strRef>
              <c:f>Sheet1!$C$1</c:f>
              <c:strCache>
                <c:ptCount val="1"/>
                <c:pt idx="0">
                  <c:v>Series 2</c:v>
                </c:pt>
              </c:strCache>
            </c:strRef>
          </c:tx>
          <c:spPr>
            <a:solidFill>
              <a:srgbClr val="00E8FA"/>
            </a:solidFill>
            <a:ln w="19050">
              <a:solidFill>
                <a:srgbClr val="070154"/>
              </a:solidFill>
            </a:ln>
            <a:effectLst/>
          </c:spPr>
          <c:invertIfNegative val="0"/>
          <c:dLbls>
            <c:dLbl>
              <c:idx val="0"/>
              <c:layout>
                <c:manualLayout>
                  <c:x val="0.12282195990168723"/>
                  <c:y val="2.740745936088819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17A-C845-9ADD-1D457DEB1FA3}"/>
                </c:ext>
              </c:extLst>
            </c:dLbl>
            <c:dLbl>
              <c:idx val="1"/>
              <c:layout>
                <c:manualLayout>
                  <c:x val="0.11971636908015078"/>
                  <c:y val="1.370372968044406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17A-C845-9ADD-1D457DEB1FA3}"/>
                </c:ext>
              </c:extLst>
            </c:dLbl>
            <c:dLbl>
              <c:idx val="2"/>
              <c:layout>
                <c:manualLayout>
                  <c:x val="0.1197163690801509"/>
                  <c:y val="-6.2808035471583539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17A-C845-9ADD-1D457DEB1FA3}"/>
                </c:ext>
              </c:extLst>
            </c:dLbl>
            <c:dLbl>
              <c:idx val="3"/>
              <c:layout>
                <c:manualLayout>
                  <c:x val="0.12334624232069309"/>
                  <c:y val="2.740745936088832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17A-C845-9ADD-1D457DEB1FA3}"/>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0%</c:formatCode>
                <c:ptCount val="4"/>
                <c:pt idx="0">
                  <c:v>0.03</c:v>
                </c:pt>
                <c:pt idx="1">
                  <c:v>0.03</c:v>
                </c:pt>
                <c:pt idx="2">
                  <c:v>0.04</c:v>
                </c:pt>
                <c:pt idx="3">
                  <c:v>0.05</c:v>
                </c:pt>
              </c:numCache>
            </c:numRef>
          </c:val>
          <c:extLst>
            <c:ext xmlns:c16="http://schemas.microsoft.com/office/drawing/2014/chart" uri="{C3380CC4-5D6E-409C-BE32-E72D297353CC}">
              <c16:uniqueId val="{00000005-317A-C845-9ADD-1D457DEB1FA3}"/>
            </c:ext>
          </c:extLst>
        </c:ser>
        <c:ser>
          <c:idx val="2"/>
          <c:order val="2"/>
          <c:tx>
            <c:strRef>
              <c:f>Sheet1!$D$1</c:f>
              <c:strCache>
                <c:ptCount val="1"/>
                <c:pt idx="0">
                  <c:v>Series 3</c:v>
                </c:pt>
              </c:strCache>
            </c:strRef>
          </c:tx>
          <c:spPr>
            <a:solidFill>
              <a:srgbClr val="1AD465"/>
            </a:solidFill>
            <a:ln w="19050">
              <a:solidFill>
                <a:srgbClr val="070154"/>
              </a:solidFill>
            </a:ln>
            <a:effectLst/>
          </c:spPr>
          <c:invertIfNegative val="0"/>
          <c:dLbls>
            <c:dLbl>
              <c:idx val="0"/>
              <c:layout>
                <c:manualLayout>
                  <c:x val="0.12111804203991834"/>
                  <c:y val="-6.85186484022212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17A-C845-9ADD-1D457DEB1FA3}"/>
                </c:ext>
              </c:extLst>
            </c:dLbl>
            <c:dLbl>
              <c:idx val="1"/>
              <c:layout>
                <c:manualLayout>
                  <c:x val="0.12111804203991827"/>
                  <c:y val="-2.055559452066619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17A-C845-9ADD-1D457DEB1FA3}"/>
                </c:ext>
              </c:extLst>
            </c:dLbl>
            <c:dLbl>
              <c:idx val="2"/>
              <c:layout>
                <c:manualLayout>
                  <c:x val="0.11964129692407124"/>
                  <c:y val="-4.084925357834595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5.5869174841778099E-2"/>
                      <c:h val="8.355876148496634E-2"/>
                    </c:manualLayout>
                  </c15:layout>
                </c:ext>
                <c:ext xmlns:c16="http://schemas.microsoft.com/office/drawing/2014/chart" uri="{C3380CC4-5D6E-409C-BE32-E72D297353CC}">
                  <c16:uniqueId val="{00000008-317A-C845-9ADD-1D457DEB1FA3}"/>
                </c:ext>
              </c:extLst>
            </c:dLbl>
            <c:dLbl>
              <c:idx val="3"/>
              <c:layout>
                <c:manualLayout>
                  <c:x val="0.1233260682070884"/>
                  <c:y val="-1.370399943890247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5.45896842054297E-2"/>
                      <c:h val="8.355876148496634E-2"/>
                    </c:manualLayout>
                  </c15:layout>
                </c:ext>
                <c:ext xmlns:c16="http://schemas.microsoft.com/office/drawing/2014/chart" uri="{C3380CC4-5D6E-409C-BE32-E72D297353CC}">
                  <c16:uniqueId val="{00000009-317A-C845-9ADD-1D457DEB1FA3}"/>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0%</c:formatCode>
                <c:ptCount val="4"/>
                <c:pt idx="0">
                  <c:v>0.08</c:v>
                </c:pt>
                <c:pt idx="1">
                  <c:v>0.05</c:v>
                </c:pt>
                <c:pt idx="2">
                  <c:v>0.01</c:v>
                </c:pt>
                <c:pt idx="3">
                  <c:v>0.05</c:v>
                </c:pt>
              </c:numCache>
            </c:numRef>
          </c:val>
          <c:extLst>
            <c:ext xmlns:c16="http://schemas.microsoft.com/office/drawing/2014/chart" uri="{C3380CC4-5D6E-409C-BE32-E72D297353CC}">
              <c16:uniqueId val="{0000000A-317A-C845-9ADD-1D457DEB1FA3}"/>
            </c:ext>
          </c:extLst>
        </c:ser>
        <c:ser>
          <c:idx val="3"/>
          <c:order val="3"/>
          <c:tx>
            <c:strRef>
              <c:f>Sheet1!$E$1</c:f>
              <c:strCache>
                <c:ptCount val="1"/>
                <c:pt idx="0">
                  <c:v>Series 4</c:v>
                </c:pt>
              </c:strCache>
            </c:strRef>
          </c:tx>
          <c:spPr>
            <a:solidFill>
              <a:srgbClr val="E8EEF8"/>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Sheet1!$E$2:$E$5</c:f>
              <c:numCache>
                <c:formatCode>0%</c:formatCode>
                <c:ptCount val="4"/>
                <c:pt idx="0">
                  <c:v>0.11</c:v>
                </c:pt>
                <c:pt idx="1">
                  <c:v>0.15</c:v>
                </c:pt>
                <c:pt idx="2">
                  <c:v>0.17</c:v>
                </c:pt>
                <c:pt idx="3">
                  <c:v>0.11</c:v>
                </c:pt>
              </c:numCache>
            </c:numRef>
          </c:val>
          <c:extLst>
            <c:ext xmlns:c16="http://schemas.microsoft.com/office/drawing/2014/chart" uri="{C3380CC4-5D6E-409C-BE32-E72D297353CC}">
              <c16:uniqueId val="{0000000B-317A-C845-9ADD-1D457DEB1FA3}"/>
            </c:ext>
          </c:extLst>
        </c:ser>
        <c:ser>
          <c:idx val="4"/>
          <c:order val="4"/>
          <c:tx>
            <c:strRef>
              <c:f>Sheet1!$F$1</c:f>
              <c:strCache>
                <c:ptCount val="1"/>
                <c:pt idx="0">
                  <c:v>Series 5</c:v>
                </c:pt>
              </c:strCache>
            </c:strRef>
          </c:tx>
          <c:spPr>
            <a:solidFill>
              <a:srgbClr val="CED7E6"/>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Sheet1!$F$2:$F$5</c:f>
              <c:numCache>
                <c:formatCode>0%</c:formatCode>
                <c:ptCount val="4"/>
                <c:pt idx="0">
                  <c:v>0.2</c:v>
                </c:pt>
                <c:pt idx="1">
                  <c:v>0.2</c:v>
                </c:pt>
                <c:pt idx="2">
                  <c:v>0.27</c:v>
                </c:pt>
                <c:pt idx="3">
                  <c:v>0.3</c:v>
                </c:pt>
              </c:numCache>
            </c:numRef>
          </c:val>
          <c:extLst>
            <c:ext xmlns:c16="http://schemas.microsoft.com/office/drawing/2014/chart" uri="{C3380CC4-5D6E-409C-BE32-E72D297353CC}">
              <c16:uniqueId val="{0000000C-317A-C845-9ADD-1D457DEB1FA3}"/>
            </c:ext>
          </c:extLst>
        </c:ser>
        <c:dLbls>
          <c:showLegendKey val="0"/>
          <c:showVal val="0"/>
          <c:showCatName val="0"/>
          <c:showSerName val="0"/>
          <c:showPercent val="0"/>
          <c:showBubbleSize val="0"/>
        </c:dLbls>
        <c:gapWidth val="40"/>
        <c:overlap val="100"/>
        <c:axId val="875757152"/>
        <c:axId val="874058240"/>
      </c:barChart>
      <c:catAx>
        <c:axId val="875757152"/>
        <c:scaling>
          <c:orientation val="minMax"/>
        </c:scaling>
        <c:delete val="0"/>
        <c:axPos val="b"/>
        <c:numFmt formatCode="General" sourceLinked="1"/>
        <c:majorTickMark val="none"/>
        <c:minorTickMark val="none"/>
        <c:tickLblPos val="nextTo"/>
        <c:spPr>
          <a:noFill/>
          <a:ln w="19050" cap="flat" cmpd="sng" algn="ctr">
            <a:solidFill>
              <a:srgbClr val="070154"/>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874058240"/>
        <c:crosses val="autoZero"/>
        <c:auto val="1"/>
        <c:lblAlgn val="ctr"/>
        <c:lblOffset val="100"/>
        <c:noMultiLvlLbl val="0"/>
      </c:catAx>
      <c:valAx>
        <c:axId val="874058240"/>
        <c:scaling>
          <c:orientation val="minMax"/>
        </c:scaling>
        <c:delete val="1"/>
        <c:axPos val="l"/>
        <c:majorGridlines>
          <c:spPr>
            <a:ln w="9525" cap="flat" cmpd="sng" algn="ctr">
              <a:noFill/>
              <a:round/>
            </a:ln>
            <a:effectLst/>
          </c:spPr>
        </c:majorGridlines>
        <c:numFmt formatCode="0%" sourceLinked="1"/>
        <c:majorTickMark val="none"/>
        <c:minorTickMark val="none"/>
        <c:tickLblPos val="nextTo"/>
        <c:crossAx val="875757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b="1">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548000628849392"/>
          <c:y val="0.28851633489283413"/>
          <c:w val="0.61840170529158278"/>
          <c:h val="0.42231013738685141"/>
        </c:manualLayout>
      </c:layout>
      <c:doughnutChart>
        <c:varyColors val="1"/>
        <c:ser>
          <c:idx val="0"/>
          <c:order val="0"/>
          <c:tx>
            <c:strRef>
              <c:f>Sheet1!$B$1</c:f>
              <c:strCache>
                <c:ptCount val="1"/>
                <c:pt idx="0">
                  <c:v>Sales '23</c:v>
                </c:pt>
              </c:strCache>
            </c:strRef>
          </c:tx>
          <c:spPr>
            <a:ln w="19050">
              <a:solidFill>
                <a:srgbClr val="070154"/>
              </a:solidFill>
            </a:ln>
          </c:spPr>
          <c:dPt>
            <c:idx val="0"/>
            <c:bubble3D val="0"/>
            <c:spPr>
              <a:solidFill>
                <a:srgbClr val="F900D4"/>
              </a:solidFill>
              <a:ln w="19050">
                <a:solidFill>
                  <a:srgbClr val="070154"/>
                </a:solidFill>
              </a:ln>
              <a:effectLst/>
            </c:spPr>
            <c:extLst>
              <c:ext xmlns:c16="http://schemas.microsoft.com/office/drawing/2014/chart" uri="{C3380CC4-5D6E-409C-BE32-E72D297353CC}">
                <c16:uniqueId val="{00000001-F7CE-2049-8276-6151F7BF8631}"/>
              </c:ext>
            </c:extLst>
          </c:dPt>
          <c:dPt>
            <c:idx val="1"/>
            <c:bubble3D val="0"/>
            <c:spPr>
              <a:solidFill>
                <a:srgbClr val="00E8FA"/>
              </a:solidFill>
              <a:ln w="19050">
                <a:solidFill>
                  <a:srgbClr val="070154"/>
                </a:solidFill>
              </a:ln>
              <a:effectLst/>
            </c:spPr>
            <c:extLst>
              <c:ext xmlns:c16="http://schemas.microsoft.com/office/drawing/2014/chart" uri="{C3380CC4-5D6E-409C-BE32-E72D297353CC}">
                <c16:uniqueId val="{00000003-F7CE-2049-8276-6151F7BF8631}"/>
              </c:ext>
            </c:extLst>
          </c:dPt>
          <c:dPt>
            <c:idx val="2"/>
            <c:bubble3D val="0"/>
            <c:spPr>
              <a:solidFill>
                <a:srgbClr val="E8EEF8"/>
              </a:solidFill>
              <a:ln w="19050">
                <a:solidFill>
                  <a:srgbClr val="070154"/>
                </a:solidFill>
              </a:ln>
              <a:effectLst/>
            </c:spPr>
            <c:extLst>
              <c:ext xmlns:c16="http://schemas.microsoft.com/office/drawing/2014/chart" uri="{C3380CC4-5D6E-409C-BE32-E72D297353CC}">
                <c16:uniqueId val="{00000005-F7CE-2049-8276-6151F7BF8631}"/>
              </c:ext>
            </c:extLst>
          </c:dPt>
          <c:dPt>
            <c:idx val="3"/>
            <c:bubble3D val="0"/>
            <c:spPr>
              <a:solidFill>
                <a:srgbClr val="CED7E6"/>
              </a:solidFill>
              <a:ln w="19050">
                <a:solidFill>
                  <a:srgbClr val="070154"/>
                </a:solidFill>
              </a:ln>
              <a:effectLst/>
            </c:spPr>
            <c:extLst>
              <c:ext xmlns:c16="http://schemas.microsoft.com/office/drawing/2014/chart" uri="{C3380CC4-5D6E-409C-BE32-E72D297353CC}">
                <c16:uniqueId val="{00000007-F7CE-2049-8276-6151F7BF8631}"/>
              </c:ext>
            </c:extLst>
          </c:dPt>
          <c:dLbls>
            <c:dLbl>
              <c:idx val="3"/>
              <c:layout>
                <c:manualLayout>
                  <c:x val="2.9361717868570478E-2"/>
                  <c:y val="0.107878301308504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7CE-2049-8276-6151F7BF8631}"/>
                </c:ext>
              </c:extLst>
            </c:dLbl>
            <c:spPr>
              <a:noFill/>
              <a:ln>
                <a:noFill/>
              </a:ln>
              <a:effectLst/>
            </c:spPr>
            <c:txPr>
              <a:bodyPr rot="0" spcFirstLastPara="1" vertOverflow="ellipsis" vert="horz" wrap="square" anchor="ctr" anchorCtr="1"/>
              <a:lstStyle/>
              <a:p>
                <a:pPr>
                  <a:defRPr sz="7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rgbClr val="070154"/>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0.47</c:v>
                </c:pt>
                <c:pt idx="1">
                  <c:v>0.39</c:v>
                </c:pt>
                <c:pt idx="2">
                  <c:v>0.11</c:v>
                </c:pt>
                <c:pt idx="3">
                  <c:v>0.03</c:v>
                </c:pt>
              </c:numCache>
            </c:numRef>
          </c:val>
          <c:extLst>
            <c:ext xmlns:c16="http://schemas.microsoft.com/office/drawing/2014/chart" uri="{C3380CC4-5D6E-409C-BE32-E72D297353CC}">
              <c16:uniqueId val="{00000008-F7CE-2049-8276-6151F7BF8631}"/>
            </c:ext>
          </c:extLst>
        </c:ser>
        <c:dLbls>
          <c:showLegendKey val="0"/>
          <c:showVal val="1"/>
          <c:showCatName val="0"/>
          <c:showSerName val="0"/>
          <c:showPercent val="0"/>
          <c:showBubbleSize val="0"/>
          <c:showLeaderLines val="1"/>
        </c:dLbls>
        <c:firstSliceAng val="0"/>
        <c:holeSize val="5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b="1">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548000628849392"/>
          <c:y val="0.28851633489283413"/>
          <c:w val="0.61840170529158278"/>
          <c:h val="0.42231013738685141"/>
        </c:manualLayout>
      </c:layout>
      <c:doughnutChart>
        <c:varyColors val="1"/>
        <c:ser>
          <c:idx val="0"/>
          <c:order val="0"/>
          <c:tx>
            <c:strRef>
              <c:f>Sheet1!$B$1</c:f>
              <c:strCache>
                <c:ptCount val="1"/>
                <c:pt idx="0">
                  <c:v>Sales '23</c:v>
                </c:pt>
              </c:strCache>
            </c:strRef>
          </c:tx>
          <c:spPr>
            <a:ln w="19050">
              <a:solidFill>
                <a:srgbClr val="070154"/>
              </a:solidFill>
            </a:ln>
          </c:spPr>
          <c:dPt>
            <c:idx val="0"/>
            <c:bubble3D val="0"/>
            <c:spPr>
              <a:solidFill>
                <a:srgbClr val="F900D4"/>
              </a:solidFill>
              <a:ln w="19050">
                <a:solidFill>
                  <a:srgbClr val="070154"/>
                </a:solidFill>
              </a:ln>
              <a:effectLst/>
            </c:spPr>
            <c:extLst>
              <c:ext xmlns:c16="http://schemas.microsoft.com/office/drawing/2014/chart" uri="{C3380CC4-5D6E-409C-BE32-E72D297353CC}">
                <c16:uniqueId val="{00000001-7B8D-B74B-9DED-973305999ED3}"/>
              </c:ext>
            </c:extLst>
          </c:dPt>
          <c:dPt>
            <c:idx val="1"/>
            <c:bubble3D val="0"/>
            <c:spPr>
              <a:solidFill>
                <a:srgbClr val="00E8FA"/>
              </a:solidFill>
              <a:ln w="19050">
                <a:solidFill>
                  <a:srgbClr val="070154"/>
                </a:solidFill>
              </a:ln>
              <a:effectLst/>
            </c:spPr>
            <c:extLst>
              <c:ext xmlns:c16="http://schemas.microsoft.com/office/drawing/2014/chart" uri="{C3380CC4-5D6E-409C-BE32-E72D297353CC}">
                <c16:uniqueId val="{00000003-7B8D-B74B-9DED-973305999ED3}"/>
              </c:ext>
            </c:extLst>
          </c:dPt>
          <c:dPt>
            <c:idx val="2"/>
            <c:bubble3D val="0"/>
            <c:spPr>
              <a:solidFill>
                <a:srgbClr val="1DD566"/>
              </a:solidFill>
              <a:ln w="19050">
                <a:solidFill>
                  <a:srgbClr val="070154"/>
                </a:solidFill>
              </a:ln>
              <a:effectLst/>
            </c:spPr>
            <c:extLst>
              <c:ext xmlns:c16="http://schemas.microsoft.com/office/drawing/2014/chart" uri="{C3380CC4-5D6E-409C-BE32-E72D297353CC}">
                <c16:uniqueId val="{00000005-7B8D-B74B-9DED-973305999ED3}"/>
              </c:ext>
            </c:extLst>
          </c:dPt>
          <c:dPt>
            <c:idx val="3"/>
            <c:bubble3D val="0"/>
            <c:spPr>
              <a:solidFill>
                <a:srgbClr val="FFC700"/>
              </a:solidFill>
              <a:ln w="19050">
                <a:solidFill>
                  <a:srgbClr val="070154"/>
                </a:solidFill>
              </a:ln>
              <a:effectLst/>
            </c:spPr>
            <c:extLst>
              <c:ext xmlns:c16="http://schemas.microsoft.com/office/drawing/2014/chart" uri="{C3380CC4-5D6E-409C-BE32-E72D297353CC}">
                <c16:uniqueId val="{00000007-7B8D-B74B-9DED-973305999ED3}"/>
              </c:ext>
            </c:extLst>
          </c:dPt>
          <c:dLbls>
            <c:dLbl>
              <c:idx val="3"/>
              <c:layout>
                <c:manualLayout>
                  <c:x val="2.9361717868570478E-2"/>
                  <c:y val="0.107878301308504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B8D-B74B-9DED-973305999ED3}"/>
                </c:ext>
              </c:extLst>
            </c:dLbl>
            <c:spPr>
              <a:noFill/>
              <a:ln>
                <a:noFill/>
              </a:ln>
              <a:effectLst/>
            </c:spPr>
            <c:txPr>
              <a:bodyPr rot="0" spcFirstLastPara="1" vertOverflow="ellipsis" vert="horz" wrap="square" anchor="ctr" anchorCtr="1"/>
              <a:lstStyle/>
              <a:p>
                <a:pPr>
                  <a:defRPr sz="7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rgbClr val="070154"/>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0.47</c:v>
                </c:pt>
                <c:pt idx="1">
                  <c:v>0.39</c:v>
                </c:pt>
                <c:pt idx="2">
                  <c:v>0.11</c:v>
                </c:pt>
                <c:pt idx="3">
                  <c:v>0.03</c:v>
                </c:pt>
              </c:numCache>
            </c:numRef>
          </c:val>
          <c:extLst>
            <c:ext xmlns:c16="http://schemas.microsoft.com/office/drawing/2014/chart" uri="{C3380CC4-5D6E-409C-BE32-E72D297353CC}">
              <c16:uniqueId val="{00000008-7B8D-B74B-9DED-973305999ED3}"/>
            </c:ext>
          </c:extLst>
        </c:ser>
        <c:dLbls>
          <c:showLegendKey val="0"/>
          <c:showVal val="1"/>
          <c:showCatName val="0"/>
          <c:showSerName val="0"/>
          <c:showPercent val="0"/>
          <c:showBubbleSize val="0"/>
          <c:showLeaderLines val="1"/>
        </c:dLbls>
        <c:firstSliceAng val="0"/>
        <c:holeSize val="5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b="1">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F52C00"/>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-58</c:v>
                </c:pt>
                <c:pt idx="1">
                  <c:v>-57</c:v>
                </c:pt>
                <c:pt idx="2">
                  <c:v>-51</c:v>
                </c:pt>
                <c:pt idx="3">
                  <c:v>-49</c:v>
                </c:pt>
              </c:numCache>
            </c:numRef>
          </c:val>
          <c:extLst>
            <c:ext xmlns:c16="http://schemas.microsoft.com/office/drawing/2014/chart" uri="{C3380CC4-5D6E-409C-BE32-E72D297353CC}">
              <c16:uniqueId val="{00000000-1016-5B46-8FED-DE70D640FAF7}"/>
            </c:ext>
          </c:extLst>
        </c:ser>
        <c:ser>
          <c:idx val="1"/>
          <c:order val="1"/>
          <c:tx>
            <c:strRef>
              <c:f>Sheet1!$C$1</c:f>
              <c:strCache>
                <c:ptCount val="1"/>
                <c:pt idx="0">
                  <c:v>Series 4</c:v>
                </c:pt>
              </c:strCache>
            </c:strRef>
          </c:tx>
          <c:spPr>
            <a:solidFill>
              <a:srgbClr val="FFC700"/>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11</c:v>
                </c:pt>
                <c:pt idx="1">
                  <c:v>15</c:v>
                </c:pt>
                <c:pt idx="2">
                  <c:v>17</c:v>
                </c:pt>
                <c:pt idx="3">
                  <c:v>11</c:v>
                </c:pt>
              </c:numCache>
            </c:numRef>
          </c:val>
          <c:extLst>
            <c:ext xmlns:c16="http://schemas.microsoft.com/office/drawing/2014/chart" uri="{C3380CC4-5D6E-409C-BE32-E72D297353CC}">
              <c16:uniqueId val="{00000001-1016-5B46-8FED-DE70D640FAF7}"/>
            </c:ext>
          </c:extLst>
        </c:ser>
        <c:ser>
          <c:idx val="2"/>
          <c:order val="2"/>
          <c:tx>
            <c:strRef>
              <c:f>Sheet1!$D$1</c:f>
              <c:strCache>
                <c:ptCount val="1"/>
                <c:pt idx="0">
                  <c:v>Series 5</c:v>
                </c:pt>
              </c:strCache>
            </c:strRef>
          </c:tx>
          <c:spPr>
            <a:solidFill>
              <a:srgbClr val="1DD566"/>
            </a:solidFill>
            <a:ln w="19050">
              <a:solidFill>
                <a:srgbClr val="070154"/>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20</c:v>
                </c:pt>
                <c:pt idx="1">
                  <c:v>20</c:v>
                </c:pt>
                <c:pt idx="2">
                  <c:v>27</c:v>
                </c:pt>
                <c:pt idx="3">
                  <c:v>30</c:v>
                </c:pt>
              </c:numCache>
            </c:numRef>
          </c:val>
          <c:extLst>
            <c:ext xmlns:c16="http://schemas.microsoft.com/office/drawing/2014/chart" uri="{C3380CC4-5D6E-409C-BE32-E72D297353CC}">
              <c16:uniqueId val="{00000002-1016-5B46-8FED-DE70D640FAF7}"/>
            </c:ext>
          </c:extLst>
        </c:ser>
        <c:dLbls>
          <c:showLegendKey val="0"/>
          <c:showVal val="0"/>
          <c:showCatName val="0"/>
          <c:showSerName val="0"/>
          <c:showPercent val="0"/>
          <c:showBubbleSize val="0"/>
        </c:dLbls>
        <c:gapWidth val="40"/>
        <c:axId val="875757152"/>
        <c:axId val="874058240"/>
      </c:barChart>
      <c:catAx>
        <c:axId val="875757152"/>
        <c:scaling>
          <c:orientation val="minMax"/>
        </c:scaling>
        <c:delete val="0"/>
        <c:axPos val="b"/>
        <c:numFmt formatCode="General" sourceLinked="1"/>
        <c:majorTickMark val="out"/>
        <c:minorTickMark val="none"/>
        <c:tickLblPos val="high"/>
        <c:spPr>
          <a:noFill/>
          <a:ln w="19050" cap="flat" cmpd="sng" algn="ctr">
            <a:solidFill>
              <a:srgbClr val="070154"/>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874058240"/>
        <c:crosses val="autoZero"/>
        <c:auto val="1"/>
        <c:lblAlgn val="ctr"/>
        <c:lblOffset val="20"/>
        <c:noMultiLvlLbl val="0"/>
      </c:catAx>
      <c:valAx>
        <c:axId val="87405824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875757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b="1">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F900D4"/>
            </a:solidFill>
            <a:ln w="12700">
              <a:solidFill>
                <a:srgbClr val="070154"/>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070154"/>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0.0</c:formatCode>
                <c:ptCount val="1"/>
                <c:pt idx="0">
                  <c:v>4.3</c:v>
                </c:pt>
              </c:numCache>
            </c:numRef>
          </c:val>
          <c:extLst>
            <c:ext xmlns:c16="http://schemas.microsoft.com/office/drawing/2014/chart" uri="{C3380CC4-5D6E-409C-BE32-E72D297353CC}">
              <c16:uniqueId val="{00000000-A314-2A40-9FA9-34431F0764F0}"/>
            </c:ext>
          </c:extLst>
        </c:ser>
        <c:ser>
          <c:idx val="1"/>
          <c:order val="1"/>
          <c:tx>
            <c:strRef>
              <c:f>Sheet1!$C$1</c:f>
              <c:strCache>
                <c:ptCount val="1"/>
                <c:pt idx="0">
                  <c:v>Series 2</c:v>
                </c:pt>
              </c:strCache>
            </c:strRef>
          </c:tx>
          <c:spPr>
            <a:solidFill>
              <a:srgbClr val="00E8FA"/>
            </a:solidFill>
            <a:ln w="12700">
              <a:solidFill>
                <a:srgbClr val="070154"/>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c:f>
              <c:strCache>
                <c:ptCount val="1"/>
                <c:pt idx="0">
                  <c:v>Category 1</c:v>
                </c:pt>
              </c:strCache>
            </c:strRef>
          </c:cat>
          <c:val>
            <c:numRef>
              <c:f>Sheet1!$C$2</c:f>
              <c:numCache>
                <c:formatCode>0.0</c:formatCode>
                <c:ptCount val="1"/>
                <c:pt idx="0">
                  <c:v>2.4</c:v>
                </c:pt>
              </c:numCache>
            </c:numRef>
          </c:val>
          <c:extLst>
            <c:ext xmlns:c16="http://schemas.microsoft.com/office/drawing/2014/chart" uri="{C3380CC4-5D6E-409C-BE32-E72D297353CC}">
              <c16:uniqueId val="{00000001-A314-2A40-9FA9-34431F0764F0}"/>
            </c:ext>
          </c:extLst>
        </c:ser>
        <c:ser>
          <c:idx val="2"/>
          <c:order val="2"/>
          <c:tx>
            <c:strRef>
              <c:f>Sheet1!$D$1</c:f>
              <c:strCache>
                <c:ptCount val="1"/>
                <c:pt idx="0">
                  <c:v>Series 3</c:v>
                </c:pt>
              </c:strCache>
            </c:strRef>
          </c:tx>
          <c:spPr>
            <a:solidFill>
              <a:srgbClr val="1AD465"/>
            </a:solidFill>
            <a:ln w="12700">
              <a:solidFill>
                <a:srgbClr val="070154"/>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070154"/>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c:f>
              <c:strCache>
                <c:ptCount val="1"/>
                <c:pt idx="0">
                  <c:v>Category 1</c:v>
                </c:pt>
              </c:strCache>
            </c:strRef>
          </c:cat>
          <c:val>
            <c:numRef>
              <c:f>Sheet1!$D$2</c:f>
              <c:numCache>
                <c:formatCode>0.0</c:formatCode>
                <c:ptCount val="1"/>
                <c:pt idx="0">
                  <c:v>2</c:v>
                </c:pt>
              </c:numCache>
            </c:numRef>
          </c:val>
          <c:extLst>
            <c:ext xmlns:c16="http://schemas.microsoft.com/office/drawing/2014/chart" uri="{C3380CC4-5D6E-409C-BE32-E72D297353CC}">
              <c16:uniqueId val="{00000002-A314-2A40-9FA9-34431F0764F0}"/>
            </c:ext>
          </c:extLst>
        </c:ser>
        <c:ser>
          <c:idx val="3"/>
          <c:order val="3"/>
          <c:tx>
            <c:strRef>
              <c:f>Sheet1!$E$1</c:f>
              <c:strCache>
                <c:ptCount val="1"/>
                <c:pt idx="0">
                  <c:v>Series 4</c:v>
                </c:pt>
              </c:strCache>
            </c:strRef>
          </c:tx>
          <c:spPr>
            <a:solidFill>
              <a:srgbClr val="FFC700"/>
            </a:solidFill>
            <a:ln w="12700">
              <a:solidFill>
                <a:srgbClr val="070154"/>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070154"/>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0.0</c:formatCode>
                <c:ptCount val="1"/>
                <c:pt idx="0">
                  <c:v>4.3</c:v>
                </c:pt>
              </c:numCache>
            </c:numRef>
          </c:val>
          <c:extLst>
            <c:ext xmlns:c16="http://schemas.microsoft.com/office/drawing/2014/chart" uri="{C3380CC4-5D6E-409C-BE32-E72D297353CC}">
              <c16:uniqueId val="{00000003-A314-2A40-9FA9-34431F0764F0}"/>
            </c:ext>
          </c:extLst>
        </c:ser>
        <c:ser>
          <c:idx val="4"/>
          <c:order val="4"/>
          <c:tx>
            <c:strRef>
              <c:f>Sheet1!$F$1</c:f>
              <c:strCache>
                <c:ptCount val="1"/>
                <c:pt idx="0">
                  <c:v>Series 5</c:v>
                </c:pt>
              </c:strCache>
            </c:strRef>
          </c:tx>
          <c:spPr>
            <a:solidFill>
              <a:srgbClr val="B740FE"/>
            </a:solidFill>
            <a:ln w="12700">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0.0</c:formatCode>
                <c:ptCount val="1"/>
                <c:pt idx="0">
                  <c:v>2.4</c:v>
                </c:pt>
              </c:numCache>
            </c:numRef>
          </c:val>
          <c:extLst>
            <c:ext xmlns:c16="http://schemas.microsoft.com/office/drawing/2014/chart" uri="{C3380CC4-5D6E-409C-BE32-E72D297353CC}">
              <c16:uniqueId val="{00000004-A314-2A40-9FA9-34431F0764F0}"/>
            </c:ext>
          </c:extLst>
        </c:ser>
        <c:ser>
          <c:idx val="5"/>
          <c:order val="5"/>
          <c:tx>
            <c:strRef>
              <c:f>Sheet1!$G$1</c:f>
              <c:strCache>
                <c:ptCount val="1"/>
                <c:pt idx="0">
                  <c:v>Series 6</c:v>
                </c:pt>
              </c:strCache>
            </c:strRef>
          </c:tx>
          <c:spPr>
            <a:solidFill>
              <a:srgbClr val="00FCB0"/>
            </a:solidFill>
            <a:ln w="12700">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0.0</c:formatCode>
                <c:ptCount val="1"/>
                <c:pt idx="0">
                  <c:v>2</c:v>
                </c:pt>
              </c:numCache>
            </c:numRef>
          </c:val>
          <c:extLst>
            <c:ext xmlns:c16="http://schemas.microsoft.com/office/drawing/2014/chart" uri="{C3380CC4-5D6E-409C-BE32-E72D297353CC}">
              <c16:uniqueId val="{00000005-A314-2A40-9FA9-34431F0764F0}"/>
            </c:ext>
          </c:extLst>
        </c:ser>
        <c:dLbls>
          <c:dLblPos val="ctr"/>
          <c:showLegendKey val="0"/>
          <c:showVal val="1"/>
          <c:showCatName val="0"/>
          <c:showSerName val="0"/>
          <c:showPercent val="0"/>
          <c:showBubbleSize val="0"/>
        </c:dLbls>
        <c:gapWidth val="0"/>
        <c:overlap val="-27"/>
        <c:axId val="875757152"/>
        <c:axId val="874058240"/>
      </c:barChart>
      <c:catAx>
        <c:axId val="875757152"/>
        <c:scaling>
          <c:orientation val="minMax"/>
        </c:scaling>
        <c:delete val="1"/>
        <c:axPos val="b"/>
        <c:numFmt formatCode="General" sourceLinked="1"/>
        <c:majorTickMark val="none"/>
        <c:minorTickMark val="none"/>
        <c:tickLblPos val="nextTo"/>
        <c:crossAx val="874058240"/>
        <c:crosses val="autoZero"/>
        <c:auto val="1"/>
        <c:lblAlgn val="ctr"/>
        <c:lblOffset val="100"/>
        <c:noMultiLvlLbl val="0"/>
      </c:catAx>
      <c:valAx>
        <c:axId val="874058240"/>
        <c:scaling>
          <c:orientation val="minMax"/>
        </c:scaling>
        <c:delete val="1"/>
        <c:axPos val="l"/>
        <c:majorGridlines>
          <c:spPr>
            <a:ln w="9525" cap="flat" cmpd="sng" algn="ctr">
              <a:noFill/>
              <a:round/>
            </a:ln>
            <a:effectLst/>
          </c:spPr>
        </c:majorGridlines>
        <c:numFmt formatCode="0.0" sourceLinked="1"/>
        <c:majorTickMark val="none"/>
        <c:minorTickMark val="none"/>
        <c:tickLblPos val="nextTo"/>
        <c:crossAx val="875757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noFill/>
            <a:ln w="12700">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070154"/>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0.0</c:formatCode>
                <c:ptCount val="1"/>
                <c:pt idx="0">
                  <c:v>4.3</c:v>
                </c:pt>
              </c:numCache>
            </c:numRef>
          </c:val>
          <c:extLst>
            <c:ext xmlns:c16="http://schemas.microsoft.com/office/drawing/2014/chart" uri="{C3380CC4-5D6E-409C-BE32-E72D297353CC}">
              <c16:uniqueId val="{00000000-DA35-A14B-8C6A-D9541028C5C9}"/>
            </c:ext>
          </c:extLst>
        </c:ser>
        <c:ser>
          <c:idx val="1"/>
          <c:order val="1"/>
          <c:tx>
            <c:strRef>
              <c:f>Sheet1!$C$1</c:f>
              <c:strCache>
                <c:ptCount val="1"/>
                <c:pt idx="0">
                  <c:v>Series 2</c:v>
                </c:pt>
              </c:strCache>
            </c:strRef>
          </c:tx>
          <c:spPr>
            <a:noFill/>
            <a:ln w="12700">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c:f>
              <c:strCache>
                <c:ptCount val="1"/>
                <c:pt idx="0">
                  <c:v>Category 1</c:v>
                </c:pt>
              </c:strCache>
            </c:strRef>
          </c:cat>
          <c:val>
            <c:numRef>
              <c:f>Sheet1!$C$2</c:f>
              <c:numCache>
                <c:formatCode>0.0</c:formatCode>
                <c:ptCount val="1"/>
                <c:pt idx="0">
                  <c:v>2.4</c:v>
                </c:pt>
              </c:numCache>
            </c:numRef>
          </c:val>
          <c:extLst>
            <c:ext xmlns:c16="http://schemas.microsoft.com/office/drawing/2014/chart" uri="{C3380CC4-5D6E-409C-BE32-E72D297353CC}">
              <c16:uniqueId val="{00000001-DA35-A14B-8C6A-D9541028C5C9}"/>
            </c:ext>
          </c:extLst>
        </c:ser>
        <c:ser>
          <c:idx val="2"/>
          <c:order val="2"/>
          <c:tx>
            <c:strRef>
              <c:f>Sheet1!$D$1</c:f>
              <c:strCache>
                <c:ptCount val="1"/>
                <c:pt idx="0">
                  <c:v>Series 3</c:v>
                </c:pt>
              </c:strCache>
            </c:strRef>
          </c:tx>
          <c:spPr>
            <a:noFill/>
            <a:ln w="12700">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070154"/>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rgbClr val="070154"/>
                      </a:solidFill>
                      <a:round/>
                    </a:ln>
                    <a:effectLst/>
                  </c:spPr>
                </c15:leaderLines>
              </c:ext>
            </c:extLst>
          </c:dLbls>
          <c:cat>
            <c:strRef>
              <c:f>Sheet1!$A$2</c:f>
              <c:strCache>
                <c:ptCount val="1"/>
                <c:pt idx="0">
                  <c:v>Category 1</c:v>
                </c:pt>
              </c:strCache>
            </c:strRef>
          </c:cat>
          <c:val>
            <c:numRef>
              <c:f>Sheet1!$D$2</c:f>
              <c:numCache>
                <c:formatCode>0.0</c:formatCode>
                <c:ptCount val="1"/>
                <c:pt idx="0">
                  <c:v>2</c:v>
                </c:pt>
              </c:numCache>
            </c:numRef>
          </c:val>
          <c:extLst>
            <c:ext xmlns:c16="http://schemas.microsoft.com/office/drawing/2014/chart" uri="{C3380CC4-5D6E-409C-BE32-E72D297353CC}">
              <c16:uniqueId val="{00000002-DA35-A14B-8C6A-D9541028C5C9}"/>
            </c:ext>
          </c:extLst>
        </c:ser>
        <c:ser>
          <c:idx val="3"/>
          <c:order val="3"/>
          <c:tx>
            <c:strRef>
              <c:f>Sheet1!$E$1</c:f>
              <c:strCache>
                <c:ptCount val="1"/>
                <c:pt idx="0">
                  <c:v>Series 4</c:v>
                </c:pt>
              </c:strCache>
            </c:strRef>
          </c:tx>
          <c:spPr>
            <a:noFill/>
            <a:ln w="12700">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070154"/>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0.0</c:formatCode>
                <c:ptCount val="1"/>
                <c:pt idx="0">
                  <c:v>4.3</c:v>
                </c:pt>
              </c:numCache>
            </c:numRef>
          </c:val>
          <c:extLst>
            <c:ext xmlns:c16="http://schemas.microsoft.com/office/drawing/2014/chart" uri="{C3380CC4-5D6E-409C-BE32-E72D297353CC}">
              <c16:uniqueId val="{00000003-DA35-A14B-8C6A-D9541028C5C9}"/>
            </c:ext>
          </c:extLst>
        </c:ser>
        <c:ser>
          <c:idx val="4"/>
          <c:order val="4"/>
          <c:tx>
            <c:strRef>
              <c:f>Sheet1!$F$1</c:f>
              <c:strCache>
                <c:ptCount val="1"/>
                <c:pt idx="0">
                  <c:v>Series 5</c:v>
                </c:pt>
              </c:strCache>
            </c:strRef>
          </c:tx>
          <c:spPr>
            <a:noFill/>
            <a:ln w="12700">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0.0</c:formatCode>
                <c:ptCount val="1"/>
                <c:pt idx="0">
                  <c:v>2.4</c:v>
                </c:pt>
              </c:numCache>
            </c:numRef>
          </c:val>
          <c:extLst>
            <c:ext xmlns:c16="http://schemas.microsoft.com/office/drawing/2014/chart" uri="{C3380CC4-5D6E-409C-BE32-E72D297353CC}">
              <c16:uniqueId val="{00000004-DA35-A14B-8C6A-D9541028C5C9}"/>
            </c:ext>
          </c:extLst>
        </c:ser>
        <c:ser>
          <c:idx val="5"/>
          <c:order val="5"/>
          <c:tx>
            <c:strRef>
              <c:f>Sheet1!$G$1</c:f>
              <c:strCache>
                <c:ptCount val="1"/>
                <c:pt idx="0">
                  <c:v>Series 6</c:v>
                </c:pt>
              </c:strCache>
            </c:strRef>
          </c:tx>
          <c:spPr>
            <a:noFill/>
            <a:ln w="12700">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0.0</c:formatCode>
                <c:ptCount val="1"/>
                <c:pt idx="0">
                  <c:v>2</c:v>
                </c:pt>
              </c:numCache>
            </c:numRef>
          </c:val>
          <c:extLst>
            <c:ext xmlns:c16="http://schemas.microsoft.com/office/drawing/2014/chart" uri="{C3380CC4-5D6E-409C-BE32-E72D297353CC}">
              <c16:uniqueId val="{00000005-DA35-A14B-8C6A-D9541028C5C9}"/>
            </c:ext>
          </c:extLst>
        </c:ser>
        <c:dLbls>
          <c:dLblPos val="ctr"/>
          <c:showLegendKey val="0"/>
          <c:showVal val="1"/>
          <c:showCatName val="0"/>
          <c:showSerName val="0"/>
          <c:showPercent val="0"/>
          <c:showBubbleSize val="0"/>
        </c:dLbls>
        <c:gapWidth val="0"/>
        <c:overlap val="-27"/>
        <c:axId val="875757152"/>
        <c:axId val="874058240"/>
      </c:barChart>
      <c:catAx>
        <c:axId val="875757152"/>
        <c:scaling>
          <c:orientation val="minMax"/>
        </c:scaling>
        <c:delete val="1"/>
        <c:axPos val="b"/>
        <c:numFmt formatCode="General" sourceLinked="1"/>
        <c:majorTickMark val="none"/>
        <c:minorTickMark val="none"/>
        <c:tickLblPos val="nextTo"/>
        <c:crossAx val="874058240"/>
        <c:crosses val="autoZero"/>
        <c:auto val="1"/>
        <c:lblAlgn val="ctr"/>
        <c:lblOffset val="100"/>
        <c:noMultiLvlLbl val="0"/>
      </c:catAx>
      <c:valAx>
        <c:axId val="874058240"/>
        <c:scaling>
          <c:orientation val="minMax"/>
        </c:scaling>
        <c:delete val="1"/>
        <c:axPos val="l"/>
        <c:majorGridlines>
          <c:spPr>
            <a:ln w="9525" cap="flat" cmpd="sng" algn="ctr">
              <a:noFill/>
              <a:round/>
            </a:ln>
            <a:effectLst/>
          </c:spPr>
        </c:majorGridlines>
        <c:numFmt formatCode="0.0" sourceLinked="1"/>
        <c:majorTickMark val="none"/>
        <c:minorTickMark val="none"/>
        <c:tickLblPos val="nextTo"/>
        <c:crossAx val="875757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7F437-34E4-457B-ACAA-C109BC5AD2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36C9805C-0D4B-456D-9316-F45962E2F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B91EB8-1FC0-49BA-B8A0-9D4051C7D0E5}" type="datetimeFigureOut">
              <a:rPr lang="en-US" smtClean="0">
                <a:latin typeface="Arial" panose="020B0604020202020204" pitchFamily="34" charset="0"/>
              </a:rPr>
              <a:t>3/30/25</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C3170BBA-56B5-4091-9B11-25E056164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11017362-806F-4EA8-BAA6-0CA6D364BC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AC5C8-AA3E-49B6-9C0B-3EDF0860F219}"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942118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2FD89D3-6540-412A-8DF7-24F6B362E6BB}" type="datetimeFigureOut">
              <a:rPr lang="en-US" smtClean="0"/>
              <a:pPr/>
              <a:t>3/30/25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3BCCA8E-E054-4945-93F6-8F3E2A7D5A26}" type="slidenum">
              <a:rPr lang="en-US" smtClean="0"/>
              <a:pPr/>
              <a:t>‹#›</a:t>
            </a:fld>
            <a:endParaRPr lang="en-US"/>
          </a:p>
        </p:txBody>
      </p:sp>
    </p:spTree>
    <p:extLst>
      <p:ext uri="{BB962C8B-B14F-4D97-AF65-F5344CB8AC3E}">
        <p14:creationId xmlns:p14="http://schemas.microsoft.com/office/powerpoint/2010/main" val="223095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1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1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0.pn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7.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jpe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dirty="0"/>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prstGeom prst="rect">
            <a:avLst/>
          </a:prstGeo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948022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b="0" i="0"/>
            </a:lvl1pPr>
          </a:lstStyle>
          <a:p>
            <a:r>
              <a:rPr lang="en-US" dirty="0"/>
              <a:t>Industry/Functional image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defRPr b="0" i="0"/>
            </a:lvl1pPr>
          </a:lstStyle>
          <a:p>
            <a:r>
              <a:rPr lang="en-US"/>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sz="quarter" idx="25" hasCustomPrompt="1"/>
          </p:nvPr>
        </p:nvSpPr>
        <p:spPr>
          <a:xfrm rot="10800000" flipH="1">
            <a:off x="5824330" y="1413507"/>
            <a:ext cx="1461053" cy="1419143"/>
          </a:xfrm>
          <a:prstGeom prst="rect">
            <a:avLst/>
          </a:prstGeom>
          <a:blipFill>
            <a:blip r:embed="rId5"/>
            <a:stretch>
              <a:fillRect/>
            </a:stretch>
          </a:blipFill>
        </p:spPr>
        <p:txBody>
          <a:bodyPr/>
          <a:lstStyle>
            <a:lvl1pPr>
              <a:defRPr sz="2800" b="0" i="0"/>
            </a:lvl1pPr>
          </a:lstStyle>
          <a:p>
            <a:pPr lvl="0"/>
            <a:r>
              <a:rPr lang="en-US"/>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Tree>
    <p:extLst>
      <p:ext uri="{BB962C8B-B14F-4D97-AF65-F5344CB8AC3E}">
        <p14:creationId xmlns:p14="http://schemas.microsoft.com/office/powerpoint/2010/main" val="392902216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4945"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nchorCtr="0"/>
          <a:lstStyle>
            <a:lvl1pPr>
              <a:defRPr sz="3200" b="1">
                <a:solidFill>
                  <a:schemeClr val="bg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5572126" y="1152939"/>
            <a:ext cx="4317309" cy="434340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pic>
        <p:nvPicPr>
          <p:cNvPr id="8" name="Picture 7">
            <a:extLst>
              <a:ext uri="{FF2B5EF4-FFF2-40B4-BE49-F238E27FC236}">
                <a16:creationId xmlns:a16="http://schemas.microsoft.com/office/drawing/2014/main" id="{99C39A15-0DF8-9994-72A6-86C1C28A16A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Tree>
    <p:extLst>
      <p:ext uri="{BB962C8B-B14F-4D97-AF65-F5344CB8AC3E}">
        <p14:creationId xmlns:p14="http://schemas.microsoft.com/office/powerpoint/2010/main" val="24903735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sz="quarter"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defRPr b="0" i="0"/>
            </a:lvl1p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dirty="0"/>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5430"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defRPr b="0" i="0"/>
            </a:lvl1pPr>
          </a:lstStyle>
          <a:p>
            <a:r>
              <a:rPr lang="en-US"/>
              <a:t>Abstract image</a:t>
            </a:r>
          </a:p>
        </p:txBody>
      </p:sp>
      <p:pic>
        <p:nvPicPr>
          <p:cNvPr id="6" name="Picture 5">
            <a:extLst>
              <a:ext uri="{FF2B5EF4-FFF2-40B4-BE49-F238E27FC236}">
                <a16:creationId xmlns:a16="http://schemas.microsoft.com/office/drawing/2014/main" id="{DC409858-A590-A05A-F7E6-371FAFEE5D1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nchorCtr="0"/>
          <a:lstStyle>
            <a:lvl1pPr>
              <a:defRPr sz="3200" b="1">
                <a:solidFill>
                  <a:schemeClr val="bg1"/>
                </a:solidFill>
              </a:defRPr>
            </a:lvl1pPr>
          </a:lstStyle>
          <a:p>
            <a:r>
              <a:rPr lang="en-US"/>
              <a:t>Click to edit Master title style</a:t>
            </a:r>
            <a:endParaRPr lang="en-US" dirty="0"/>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sz="quarter" idx="25" hasCustomPrompt="1"/>
          </p:nvPr>
        </p:nvSpPr>
        <p:spPr>
          <a:xfrm flipH="1">
            <a:off x="9484277" y="3825875"/>
            <a:ext cx="1488523" cy="1463067"/>
          </a:xfrm>
          <a:prstGeom prst="rect">
            <a:avLst/>
          </a:prstGeom>
          <a:blipFill>
            <a:blip r:embed="rId4"/>
            <a:stretch>
              <a:fillRect/>
            </a:stretch>
          </a:blipFill>
        </p:spPr>
        <p:txBody>
          <a:bodyPr/>
          <a:lstStyle>
            <a:lvl1pPr>
              <a:defRPr b="0" i="0"/>
            </a:lvl1pPr>
          </a:lstStyle>
          <a:p>
            <a:pPr lvl="0"/>
            <a:r>
              <a:rPr lang="en-US"/>
              <a:t> </a:t>
            </a:r>
          </a:p>
        </p:txBody>
      </p:sp>
    </p:spTree>
    <p:extLst>
      <p:ext uri="{BB962C8B-B14F-4D97-AF65-F5344CB8AC3E}">
        <p14:creationId xmlns:p14="http://schemas.microsoft.com/office/powerpoint/2010/main" val="6508860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508125"/>
            <a:ext cx="789691" cy="4511674"/>
          </a:xfrm>
          <a:prstGeom prst="rect">
            <a:avLst/>
          </a:prstGeo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p:txBody>
      </p:sp>
      <p:sp>
        <p:nvSpPr>
          <p:cNvPr id="3" name="Rectangle 2">
            <a:extLst>
              <a:ext uri="{FF2B5EF4-FFF2-40B4-BE49-F238E27FC236}">
                <a16:creationId xmlns:a16="http://schemas.microsoft.com/office/drawing/2014/main" id="{F9D3A198-41C5-A389-D58D-6067B66B5EE8}"/>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defRPr sz="2200"/>
            </a:lvl1pPr>
          </a:lstStyle>
          <a:p>
            <a:r>
              <a:rPr lang="en-US" dirty="0"/>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sz="quarter" idx="20" hasCustomPrompt="1"/>
          </p:nvPr>
        </p:nvSpPr>
        <p:spPr>
          <a:xfrm>
            <a:off x="1250065" y="1508125"/>
            <a:ext cx="4174689" cy="4511673"/>
          </a:xfrm>
          <a:prstGeom prst="rect">
            <a:avLst/>
          </a:prstGeom>
        </p:spPr>
        <p:txBody>
          <a:bodyPr anchor="ctr"/>
          <a:lstStyle>
            <a:lvl1pPr>
              <a:spcAft>
                <a:spcPts val="2900"/>
              </a:spcAft>
              <a:defRPr sz="1800" b="1" i="0"/>
            </a:lvl1pPr>
            <a:lvl2pPr marL="295275" indent="-285750">
              <a:spcAft>
                <a:spcPts val="2900"/>
              </a:spcAft>
              <a:buFont typeface="Arial" panose="020B0604020202020204" pitchFamily="34" charset="0"/>
              <a:buChar char="•"/>
              <a:tabLst/>
              <a:defRPr sz="1800" b="1" i="0"/>
            </a:lvl2pPr>
            <a:lvl3pPr marL="635000" indent="-287338">
              <a:spcAft>
                <a:spcPts val="2900"/>
              </a:spcAft>
              <a:tabLst/>
              <a:defRPr sz="1800" b="1" i="0"/>
            </a:lvl3pPr>
            <a:lvl4pPr marL="971550" indent="-285750">
              <a:spcAft>
                <a:spcPts val="2900"/>
              </a:spcAft>
              <a:tabLst/>
              <a:defRPr sz="1800" b="1" i="0"/>
            </a:lvl4pPr>
            <a:lvl5pPr marL="1320800" indent="-287338">
              <a:spcAft>
                <a:spcPts val="2900"/>
              </a:spcAft>
              <a:tabLst/>
              <a:defRPr sz="1800" b="1" i="0"/>
            </a:lvl5pPr>
            <a:lvl6pPr marL="1658938" indent="-287338">
              <a:spcAft>
                <a:spcPts val="2900"/>
              </a:spcAft>
              <a:tabLst/>
              <a:defRPr sz="1800" b="1"/>
            </a:lvl6pPr>
            <a:lvl7pPr marL="2006600" indent="-287338">
              <a:spcAft>
                <a:spcPts val="2900"/>
              </a:spcAft>
              <a:tabLst/>
              <a:defRPr sz="1800" b="1"/>
            </a:lvl7pPr>
            <a:lvl8pPr marL="2344738" indent="-266700">
              <a:tabLst/>
              <a:defRPr/>
            </a:lvl8pPr>
            <a:lvl9pPr marL="2692400" indent="-285750">
              <a:tabLst/>
              <a:defRPr/>
            </a:lvl9pPr>
          </a:lstStyle>
          <a:p>
            <a:pPr lvl="0"/>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dirty="0"/>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sz="quarter" idx="26" hasCustomPrompt="1"/>
          </p:nvPr>
        </p:nvSpPr>
        <p:spPr>
          <a:xfrm flipH="1" flipV="1">
            <a:off x="364794" y="855203"/>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363208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dirty="0"/>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dirty="0"/>
              <a:t> </a:t>
            </a:r>
          </a:p>
        </p:txBody>
      </p:sp>
      <p:pic>
        <p:nvPicPr>
          <p:cNvPr id="8" name="Picture 7">
            <a:extLst>
              <a:ext uri="{FF2B5EF4-FFF2-40B4-BE49-F238E27FC236}">
                <a16:creationId xmlns:a16="http://schemas.microsoft.com/office/drawing/2014/main" id="{F6EE3324-F78B-080E-CEED-7AF10A908BF8}"/>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Tree>
    <p:extLst>
      <p:ext uri="{BB962C8B-B14F-4D97-AF65-F5344CB8AC3E}">
        <p14:creationId xmlns:p14="http://schemas.microsoft.com/office/powerpoint/2010/main" val="1526032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rtlCol="0">
            <a:noAutofit/>
          </a:bodyPr>
          <a:lstStyle>
            <a:lvl1pPr>
              <a:spcAft>
                <a:spcPts val="600"/>
              </a:spcAft>
              <a:defRPr/>
            </a:lvl1pPr>
            <a:lvl2pPr marL="295275" indent="-295275">
              <a:spcAft>
                <a:spcPts val="600"/>
              </a:spcAft>
              <a:tabLst/>
              <a:defRPr/>
            </a:lvl2pPr>
            <a:lvl3pPr>
              <a:spcAft>
                <a:spcPts val="600"/>
              </a:spcAft>
              <a:defRPr/>
            </a:lvl3pPr>
            <a:lvl4pPr>
              <a:spcAft>
                <a:spcPts val="600"/>
              </a:spcAft>
              <a:defRPr/>
            </a:lvl4pPr>
            <a:lvl5pPr>
              <a:spcAft>
                <a:spcPts val="600"/>
              </a:spcAft>
              <a:defRPr/>
            </a:lvl5pPr>
            <a:lvl6pPr>
              <a:spcAft>
                <a:spcPts val="600"/>
              </a:spcAft>
              <a:defRPr/>
            </a:lvl6pPr>
            <a:lvl7pPr>
              <a:spcAft>
                <a:spcPts val="600"/>
              </a:spcAft>
              <a:defRPr/>
            </a:lvl7pPr>
            <a:lvl8pPr>
              <a:spcAft>
                <a:spcPts val="600"/>
              </a:spcAft>
              <a:defRPr/>
            </a:lvl8pPr>
            <a:lvl9pPr>
              <a:spcAft>
                <a:spcPts val="6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81309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sz="quarter" idx="22"/>
          </p:nvPr>
        </p:nvSpPr>
        <p:spPr/>
        <p:txBody>
          <a:bodyPr/>
          <a:lstStyle>
            <a:lvl1pPr>
              <a:defRPr b="0" i="0"/>
            </a:lvl1pPr>
          </a:lstStyle>
          <a:p>
            <a:r>
              <a:rPr lang="en-US"/>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sz="quarter" idx="23"/>
          </p:nvPr>
        </p:nvSpPr>
        <p:spPr/>
        <p:txBody>
          <a:bodyPr/>
          <a:lstStyle>
            <a:lvl1pPr>
              <a:defRPr b="0" i="0"/>
            </a:lvl1pPr>
          </a:lstStyle>
          <a:p>
            <a:fld id="{63DCA5C9-2E11-4C67-86EB-AE1DE127DC64}" type="slidenum">
              <a:rPr lang="en-US" smtClean="0"/>
              <a:pPr/>
              <a:t>‹#›</a:t>
            </a:fld>
            <a:endParaRPr lang="en-US"/>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7" name="Picture 6" descr="A blue text on a black background&#10;&#10;Description automatically generated">
            <a:extLst>
              <a:ext uri="{FF2B5EF4-FFF2-40B4-BE49-F238E27FC236}">
                <a16:creationId xmlns:a16="http://schemas.microsoft.com/office/drawing/2014/main" id="{BD0AB5E2-A78F-EF72-4306-83FB4F13DF1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sz="quarter" idx="20"/>
          </p:nvPr>
        </p:nvSpPr>
        <p:spPr>
          <a:xfrm>
            <a:off x="460375" y="1770063"/>
            <a:ext cx="5521325"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sz="quarter" idx="24"/>
          </p:nvPr>
        </p:nvSpPr>
        <p:spPr>
          <a:xfrm>
            <a:off x="6210300" y="1770063"/>
            <a:ext cx="551815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98871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2025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pic>
        <p:nvPicPr>
          <p:cNvPr id="8" name="Picture 7" descr="A blue text on a black background&#10;&#10;Description automatically generated">
            <a:extLst>
              <a:ext uri="{FF2B5EF4-FFF2-40B4-BE49-F238E27FC236}">
                <a16:creationId xmlns:a16="http://schemas.microsoft.com/office/drawing/2014/main" id="{3E9F9052-AA30-3941-3438-16032648210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sz="quarter" idx="20"/>
          </p:nvPr>
        </p:nvSpPr>
        <p:spPr>
          <a:xfrm>
            <a:off x="460375"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sz="quarter" idx="21"/>
          </p:nvPr>
        </p:nvSpPr>
        <p:spPr>
          <a:xfrm>
            <a:off x="8124827"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sz="quarter" idx="22"/>
          </p:nvPr>
        </p:nvSpPr>
        <p:spPr>
          <a:xfrm>
            <a:off x="4321019"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36010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2025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sz="quarter" idx="19"/>
          </p:nvPr>
        </p:nvSpPr>
        <p:spPr>
          <a:xfrm>
            <a:off x="460375"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sz="quarter" idx="20"/>
          </p:nvPr>
        </p:nvSpPr>
        <p:spPr>
          <a:xfrm>
            <a:off x="460375"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sz="quarter" idx="21"/>
          </p:nvPr>
        </p:nvSpPr>
        <p:spPr>
          <a:xfrm>
            <a:off x="42989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sz="quarter" idx="22"/>
          </p:nvPr>
        </p:nvSpPr>
        <p:spPr>
          <a:xfrm>
            <a:off x="42989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sz="quarter" idx="23"/>
          </p:nvPr>
        </p:nvSpPr>
        <p:spPr>
          <a:xfrm>
            <a:off x="81216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sz="quarter" idx="24"/>
          </p:nvPr>
        </p:nvSpPr>
        <p:spPr>
          <a:xfrm>
            <a:off x="81216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4" name="Picture 3" descr="A blue text on a black background&#10;&#10;Description automatically generated">
            <a:extLst>
              <a:ext uri="{FF2B5EF4-FFF2-40B4-BE49-F238E27FC236}">
                <a16:creationId xmlns:a16="http://schemas.microsoft.com/office/drawing/2014/main" id="{8518CA3C-FFE4-73E3-F3BB-66D14BA3889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sz="quarter" idx="25"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29165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_fu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
            <a:ext cx="12191999" cy="6132512"/>
          </a:xfrm>
          <a:prstGeom prst="rect">
            <a:avLst/>
          </a:prstGeom>
          <a:solidFill>
            <a:schemeClr val="accent2">
              <a:lumMod val="40000"/>
              <a:lumOff val="60000"/>
            </a:schemeClr>
          </a:solidFill>
        </p:spPr>
        <p:txBody>
          <a:bodyPr tIns="2560320" rIns="0"/>
          <a:lstStyle>
            <a:lvl1pPr algn="ctr">
              <a:defRPr b="0" i="0">
                <a:solidFill>
                  <a:schemeClr val="tx1"/>
                </a:solidFill>
              </a:defRPr>
            </a:lvl1pPr>
          </a:lstStyle>
          <a:p>
            <a:r>
              <a:rPr lang="en-US"/>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sz="quarter" idx="11"/>
          </p:nvPr>
        </p:nvSpPr>
        <p:spPr/>
        <p:txBody>
          <a:bodyPr/>
          <a:lstStyle>
            <a:lvl1pPr>
              <a:defRPr b="0" i="0"/>
            </a:lvl1pPr>
          </a:lstStyle>
          <a:p>
            <a:r>
              <a:rPr lang="en-US"/>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sz="quarter" idx="12"/>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66B6FE5-A7B7-31A2-9906-5DCB55A82C7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455060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defRPr b="0" i="0">
                <a:solidFill>
                  <a:schemeClr val="tx1"/>
                </a:solidFill>
              </a:defRPr>
            </a:lvl1pPr>
          </a:lstStyle>
          <a:p>
            <a:r>
              <a:rPr lang="en-US"/>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sz="quarter" idx="16"/>
          </p:nvPr>
        </p:nvSpPr>
        <p:spPr/>
        <p:txBody>
          <a:bodyPr/>
          <a:lstStyle>
            <a:lvl1pPr>
              <a:defRPr b="0" i="0"/>
            </a:lvl1pPr>
          </a:lstStyle>
          <a:p>
            <a:r>
              <a:rPr lang="en-US"/>
              <a:t>© 2025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sz="quarter" idx="17"/>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3" name="Picture 2" descr="A blue text on a black background&#10;&#10;Description automatically generated">
            <a:extLst>
              <a:ext uri="{FF2B5EF4-FFF2-40B4-BE49-F238E27FC236}">
                <a16:creationId xmlns:a16="http://schemas.microsoft.com/office/drawing/2014/main" id="{405238A7-736B-DB47-15BA-AFDAB063C38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235838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endParaRPr lang="en-US" dirty="0"/>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751277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807646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2052295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hasCustomPrompt="1"/>
          </p:nvPr>
        </p:nvSpPr>
        <p:spPr>
          <a:xfrm>
            <a:off x="0" y="0"/>
            <a:ext cx="12192000" cy="6858000"/>
          </a:xfrm>
          <a:prstGeom prst="rect">
            <a:avLst/>
          </a:prstGeom>
          <a:solidFill>
            <a:srgbClr val="000000"/>
          </a:solidFill>
        </p:spPr>
        <p:txBody>
          <a:bodyPr tIns="731520" anchor="ctr" anchorCtr="0"/>
          <a:lstStyle>
            <a:lvl1pPr algn="ctr">
              <a:defRPr sz="2000" b="0" i="0">
                <a:solidFill>
                  <a:schemeClr val="bg1"/>
                </a:solidFill>
              </a:defRPr>
            </a:lvl1pPr>
          </a:lstStyle>
          <a:p>
            <a:r>
              <a:rPr lang="en-US"/>
              <a:t>Click icon to add video</a:t>
            </a:r>
          </a:p>
        </p:txBody>
      </p:sp>
    </p:spTree>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sz="quarter" idx="23" hasCustomPrompt="1"/>
          </p:nvPr>
        </p:nvSpPr>
        <p:spPr>
          <a:xfrm>
            <a:off x="711749" y="3465467"/>
            <a:ext cx="1381456" cy="586696"/>
          </a:xfrm>
          <a:prstGeom prst="rect">
            <a:avLst/>
          </a:prstGeom>
          <a:blipFill>
            <a:blip r:embed="rId3"/>
            <a:stretch>
              <a:fillRect/>
            </a:stretch>
          </a:blipFill>
        </p:spPr>
        <p:txBody>
          <a:bodyPr/>
          <a:lstStyle>
            <a:lvl1pPr>
              <a:defRPr sz="2800" b="0" i="0"/>
            </a:lvl1pPr>
          </a:lstStyle>
          <a:p>
            <a:pPr lvl="0"/>
            <a:r>
              <a:rPr lang="en-US"/>
              <a:t> </a:t>
            </a:r>
          </a:p>
        </p:txBody>
      </p:sp>
      <p:pic>
        <p:nvPicPr>
          <p:cNvPr id="7" name="Picture 6" descr="A blue lines in a black background&#10;&#10;Description automatically generated">
            <a:extLst>
              <a:ext uri="{FF2B5EF4-FFF2-40B4-BE49-F238E27FC236}">
                <a16:creationId xmlns:a16="http://schemas.microsoft.com/office/drawing/2014/main" id="{A310CFA1-867A-3E7A-1507-F7FCD5A5D7A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91227" y="2216888"/>
            <a:ext cx="1421661" cy="1421661"/>
          </a:xfrm>
          <a:prstGeom prst="rect">
            <a:avLst/>
          </a:prstGeom>
        </p:spPr>
      </p:pic>
      <p:pic>
        <p:nvPicPr>
          <p:cNvPr id="2" name="Picture 1" descr="A blue text on a black background&#10;&#10;Description automatically generated">
            <a:extLst>
              <a:ext uri="{FF2B5EF4-FFF2-40B4-BE49-F238E27FC236}">
                <a16:creationId xmlns:a16="http://schemas.microsoft.com/office/drawing/2014/main" id="{7701E9E8-6CE3-3FD1-A880-33FA940FBCFA}"/>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nchorCtr="0"/>
          <a:lstStyle>
            <a:lvl1pPr>
              <a:defRPr sz="3200">
                <a:solidFill>
                  <a:schemeClr val="tx1"/>
                </a:solidFill>
              </a:defRPr>
            </a:lvl1pPr>
          </a:lstStyle>
          <a:p>
            <a:r>
              <a:rPr lang="en-US" dirty="0"/>
              <a:t>Closing statement goes here adjust highlight on text</a:t>
            </a:r>
          </a:p>
        </p:txBody>
      </p:sp>
    </p:spTree>
    <p:extLst>
      <p:ext uri="{BB962C8B-B14F-4D97-AF65-F5344CB8AC3E}">
        <p14:creationId xmlns:p14="http://schemas.microsoft.com/office/powerpoint/2010/main" val="1616816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dirty="0"/>
              <a:t>Delete image </a:t>
            </a:r>
            <a:br>
              <a:rPr lang="en-US" dirty="0"/>
            </a:br>
            <a:r>
              <a:rPr lang="en-US" dirty="0"/>
              <a:t>placeholder </a:t>
            </a:r>
            <a:br>
              <a:rPr lang="en-US" dirty="0"/>
            </a:br>
            <a:r>
              <a:rPr lang="en-US" dirty="0"/>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42C7BC3E-22B9-A296-42F7-5B7D706CE6B8}"/>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sz="quarter" idx="26" hasCustomPrompt="1"/>
          </p:nvPr>
        </p:nvSpPr>
        <p:spPr>
          <a:xfrm flipH="1" flipV="1">
            <a:off x="364794" y="2519917"/>
            <a:ext cx="1381456" cy="192234"/>
          </a:xfrm>
          <a:prstGeom prst="rect">
            <a:avLst/>
          </a:prstGeom>
          <a:blipFill dpi="0" rotWithShape="0">
            <a:blip r:embed="rId6"/>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546521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D6255CA2-1EF0-D45E-0F8C-D8FFCF0F48BF}"/>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sz="quarter" idx="26" hasCustomPrompt="1"/>
          </p:nvPr>
        </p:nvSpPr>
        <p:spPr>
          <a:xfrm flipH="1" flipV="1">
            <a:off x="364794" y="2519917"/>
            <a:ext cx="1381456" cy="192234"/>
          </a:xfrm>
          <a:prstGeom prst="rect">
            <a:avLst/>
          </a:prstGeom>
          <a:blipFill dpi="0" rotWithShape="0">
            <a:blip r:embed="rId6"/>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42429223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pic>
        <p:nvPicPr>
          <p:cNvPr id="6" name="Graphic 5">
            <a:extLst>
              <a:ext uri="{FF2B5EF4-FFF2-40B4-BE49-F238E27FC236}">
                <a16:creationId xmlns:a16="http://schemas.microsoft.com/office/drawing/2014/main" id="{CB739827-0EF1-5A90-C689-D8B5CCBE5D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tx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sp>
        <p:nvSpPr>
          <p:cNvPr id="2" name="Rectangle 1">
            <a:extLst>
              <a:ext uri="{FF2B5EF4-FFF2-40B4-BE49-F238E27FC236}">
                <a16:creationId xmlns:a16="http://schemas.microsoft.com/office/drawing/2014/main" id="{0C051312-AC51-CC64-7366-20594995979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sz="quarter" idx="26" hasCustomPrompt="1"/>
          </p:nvPr>
        </p:nvSpPr>
        <p:spPr>
          <a:xfrm flipH="1" flipV="1">
            <a:off x="364794" y="2519917"/>
            <a:ext cx="1381456" cy="192234"/>
          </a:xfrm>
          <a:prstGeom prst="rect">
            <a:avLst/>
          </a:prstGeom>
          <a:blipFill dpi="0" rotWithShape="0">
            <a:blip r:embed="rId6"/>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64210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Tree>
    <p:extLst>
      <p:ext uri="{BB962C8B-B14F-4D97-AF65-F5344CB8AC3E}">
        <p14:creationId xmlns:p14="http://schemas.microsoft.com/office/powerpoint/2010/main" val="4045748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E01929-6060-49E5-B70E-DC1D68D228F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pic>
        <p:nvPicPr>
          <p:cNvPr id="13" name="Graphic 12">
            <a:extLst>
              <a:ext uri="{FF2B5EF4-FFF2-40B4-BE49-F238E27FC236}">
                <a16:creationId xmlns:a16="http://schemas.microsoft.com/office/drawing/2014/main" id="{D8BF26C2-CCEC-B240-E2B1-D98A7597DDE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5669555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3"/>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tx1"/>
                </a:solidFill>
              </a:defRPr>
            </a:lvl1pPr>
          </a:lstStyle>
          <a:p>
            <a:r>
              <a:rPr lang="en-US" dirty="0"/>
              <a:t>Divider title goes up to three lines lorem ipsum dolor </a:t>
            </a:r>
            <a:r>
              <a:rPr lang="en-US" dirty="0" err="1"/>
              <a:t>tatem</a:t>
            </a:r>
            <a:r>
              <a:rPr lang="en-US" dirty="0"/>
              <a:t> </a:t>
            </a:r>
            <a:r>
              <a:rPr lang="en-US" dirty="0" err="1"/>
              <a:t>voluptis</a:t>
            </a:r>
            <a:endParaRPr lang="en-US" dirty="0"/>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4026A7AA-BD38-4791-4316-8DF767838FF4}"/>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2589737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dirty="0"/>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79251246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53946008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dirty="0"/>
              <a:t>Key message up to four lines long lorem ipsum dolor sit </a:t>
            </a:r>
            <a:r>
              <a:rPr lang="en-US" dirty="0" err="1"/>
              <a:t>amet</a:t>
            </a:r>
            <a:endParaRPr lang="en-US" dirty="0"/>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12471445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_team">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CCB6E7-CA02-FD00-8FFE-0321B78D32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2565" y="135605"/>
            <a:ext cx="2425700" cy="2425700"/>
          </a:xfrm>
          <a:prstGeom prst="rect">
            <a:avLst/>
          </a:prstGeom>
        </p:spPr>
      </p:pic>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200" b="1" i="0" dirty="0">
                <a:solidFill>
                  <a:schemeClr val="tx1"/>
                </a:solidFill>
                <a:latin typeface="+mn-lt"/>
                <a:ea typeface="Roboto" panose="02000000000000000000" pitchFamily="2" charset="0"/>
                <a:cs typeface="Segoe UI" panose="020B0502040204020203" pitchFamily="34" charset="0"/>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sz="quarter"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sz="quarter"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sz="quarter"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sz="quarter"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sz="quarter"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sz="quarter"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sz="quarter"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sz="quarter"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sz="quarter"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sz="quarter" idx="45" hasCustomPrompt="1"/>
          </p:nvPr>
        </p:nvSpPr>
        <p:spPr>
          <a:xfrm>
            <a:off x="460376"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sz="quarter" idx="46" hasCustomPrompt="1"/>
          </p:nvPr>
        </p:nvSpPr>
        <p:spPr>
          <a:xfrm>
            <a:off x="29559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sz="quarter" idx="47" hasCustomPrompt="1"/>
          </p:nvPr>
        </p:nvSpPr>
        <p:spPr>
          <a:xfrm>
            <a:off x="29559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sz="quarter" idx="48" hasCustomPrompt="1"/>
          </p:nvPr>
        </p:nvSpPr>
        <p:spPr>
          <a:xfrm>
            <a:off x="54578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sz="quarter" idx="49" hasCustomPrompt="1"/>
          </p:nvPr>
        </p:nvSpPr>
        <p:spPr>
          <a:xfrm>
            <a:off x="54578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sz="quarter" idx="50" hasCustomPrompt="1"/>
          </p:nvPr>
        </p:nvSpPr>
        <p:spPr>
          <a:xfrm>
            <a:off x="79597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sz="quarter" idx="51" hasCustomPrompt="1"/>
          </p:nvPr>
        </p:nvSpPr>
        <p:spPr>
          <a:xfrm>
            <a:off x="79597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sz="quarter" idx="52" hasCustomPrompt="1"/>
          </p:nvPr>
        </p:nvSpPr>
        <p:spPr>
          <a:xfrm>
            <a:off x="10461624" y="28050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sz="quarter" idx="53" hasCustomPrompt="1"/>
          </p:nvPr>
        </p:nvSpPr>
        <p:spPr>
          <a:xfrm>
            <a:off x="10461624" y="51164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dirty="0"/>
              <a:t>Name Lastname</a:t>
            </a:r>
          </a:p>
          <a:p>
            <a:pPr lvl="0"/>
            <a:r>
              <a:rPr lang="en-US" dirty="0"/>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pic>
        <p:nvPicPr>
          <p:cNvPr id="13" name="Graphic 12">
            <a:extLst>
              <a:ext uri="{FF2B5EF4-FFF2-40B4-BE49-F238E27FC236}">
                <a16:creationId xmlns:a16="http://schemas.microsoft.com/office/drawing/2014/main" id="{C046B45C-75E2-A073-D781-6448DC83BFF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0375" y="541861"/>
            <a:ext cx="1457326" cy="1004710"/>
          </a:xfrm>
          <a:prstGeom prst="rect">
            <a:avLst/>
          </a:prstGeom>
        </p:spPr>
      </p:pic>
    </p:spTree>
    <p:extLst>
      <p:ext uri="{BB962C8B-B14F-4D97-AF65-F5344CB8AC3E}">
        <p14:creationId xmlns:p14="http://schemas.microsoft.com/office/powerpoint/2010/main" val="340016867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a:prstGeom prst="rect">
            <a:avLst/>
          </a:prstGeo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dirty="0"/>
              <a:t>Name Lastname</a:t>
            </a:r>
          </a:p>
          <a:p>
            <a:pPr lvl="0"/>
            <a:r>
              <a:rPr lang="en-US" dirty="0"/>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a:prstGeom prst="rect">
            <a:avLst/>
          </a:prstGeom>
        </p:spPr>
        <p:txBody>
          <a:bodyPr/>
          <a:lstStyle>
            <a:lvl1pPr>
              <a:defRPr sz="1400" b="0" i="0"/>
            </a:lvl1pPr>
            <a:lvl2pPr>
              <a:defRPr sz="1400" b="0"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pic>
        <p:nvPicPr>
          <p:cNvPr id="8" name="Graphic 7">
            <a:extLst>
              <a:ext uri="{FF2B5EF4-FFF2-40B4-BE49-F238E27FC236}">
                <a16:creationId xmlns:a16="http://schemas.microsoft.com/office/drawing/2014/main" id="{C8CE2BA2-584B-4A93-166E-E02AD04788F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0375" y="530889"/>
            <a:ext cx="572778" cy="1004710"/>
          </a:xfrm>
          <a:prstGeom prst="rect">
            <a:avLst/>
          </a:prstGeom>
        </p:spPr>
      </p:pic>
    </p:spTree>
    <p:extLst>
      <p:ext uri="{BB962C8B-B14F-4D97-AF65-F5344CB8AC3E}">
        <p14:creationId xmlns:p14="http://schemas.microsoft.com/office/powerpoint/2010/main" val="6966317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_stu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a:prstGeom prst="rect">
            <a:avLst/>
          </a:prstGeom>
        </p:spPr>
        <p:txBody>
          <a:bodyPr tIns="91440"/>
          <a:lstStyle>
            <a:lvl1pPr>
              <a:defRPr sz="1200" b="0" i="0"/>
            </a:lvl1pPr>
            <a:lvl2pPr marL="285750" indent="-276225">
              <a:tabLst/>
              <a:defRPr sz="1200" b="0" i="0"/>
            </a:lvl2pPr>
            <a:lvl3pPr marL="628650" indent="-285750">
              <a:tabLst/>
              <a:defRPr sz="1200" b="0" i="0"/>
            </a:lvl3pPr>
            <a:lvl4pPr marL="973138" indent="-276225">
              <a:buFont typeface="Arial" panose="020B0604020202020204" pitchFamily="34" charset="0"/>
              <a:buChar char="•"/>
              <a:tabLst/>
              <a:defRPr sz="1200" b="0" i="0"/>
            </a:lvl4pPr>
            <a:lvl5pPr marL="1317625" indent="-287338">
              <a:tabLst/>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a:prstGeom prst="rect">
            <a:avLst/>
          </a:prstGeom>
        </p:spPr>
        <p:txBody>
          <a:bodyPr tIns="228600" rIns="0" bIns="0" anchor="t" anchorCtr="0"/>
          <a:lstStyle>
            <a:lvl1pPr>
              <a:spcAft>
                <a:spcPts val="0"/>
              </a:spcAft>
              <a:buFontTx/>
              <a:buNone/>
              <a:defRPr sz="15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dirty="0"/>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defRPr sz="2200">
                <a:solidFill>
                  <a:schemeClr val="tx1"/>
                </a:solidFill>
              </a:defRPr>
            </a:lvl1pPr>
          </a:lstStyle>
          <a:p>
            <a:r>
              <a:rPr lang="en-US"/>
              <a:t>Click to edit Master title style</a:t>
            </a:r>
            <a:endParaRPr lang="en-US" dirty="0"/>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dirty="0"/>
              <a:t>Relevant image or </a:t>
            </a:r>
            <a:br>
              <a:rPr lang="en-US" dirty="0"/>
            </a:br>
            <a:r>
              <a:rPr lang="en-US" dirty="0"/>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Lorem ipsum dolor sit </a:t>
            </a:r>
            <a:r>
              <a:rPr lang="en-US" dirty="0" err="1"/>
              <a:t>amet</a:t>
            </a:r>
            <a:endParaRPr lang="en-US" dirty="0"/>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a:prstGeom prst="rect">
            <a:avLst/>
          </a:prstGeom>
        </p:spPr>
        <p:txBody>
          <a:bodyPr tIns="0" rIns="0" bIns="0" anchor="t" anchorCtr="0"/>
          <a:lstStyle>
            <a:lvl1pPr>
              <a:spcAft>
                <a:spcPts val="100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Testimonial or project highlight goes here lorem ipsum dolor. Lorem </a:t>
            </a:r>
            <a:r>
              <a:rPr lang="en-US" dirty="0" err="1"/>
              <a:t>amet</a:t>
            </a:r>
            <a:r>
              <a:rPr lang="en-US" dirty="0"/>
              <a:t> </a:t>
            </a:r>
            <a:r>
              <a:rPr lang="en-US" dirty="0" err="1"/>
              <a:t>repudicae</a:t>
            </a:r>
            <a:r>
              <a:rPr lang="en-US" dirty="0"/>
              <a:t> </a:t>
            </a:r>
            <a:r>
              <a:rPr lang="en-US" dirty="0" err="1"/>
              <a:t>nihitatis</a:t>
            </a:r>
            <a:r>
              <a:rPr lang="en-US" dirty="0"/>
              <a:t> et </a:t>
            </a:r>
            <a:r>
              <a:rPr lang="en-US" dirty="0" err="1"/>
              <a:t>magnam</a:t>
            </a:r>
            <a:r>
              <a:rPr lang="en-US" dirty="0"/>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dirty="0"/>
              <a:t>Lorem ipsum dolor sit </a:t>
            </a:r>
            <a:r>
              <a:rPr lang="en-US" dirty="0" err="1"/>
              <a:t>amet</a:t>
            </a:r>
            <a:endParaRPr lang="en-US" dirty="0"/>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25674422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tx1"/>
                </a:solidFill>
              </a:defRPr>
            </a:lvl1pPr>
          </a:lstStyle>
          <a:p>
            <a:r>
              <a:rPr lang="en-US" dirty="0"/>
              <a:t>Statement lorem ipsum dolor sit </a:t>
            </a:r>
            <a:r>
              <a:rPr lang="en-US" dirty="0" err="1"/>
              <a:t>amet</a:t>
            </a:r>
            <a:r>
              <a:rPr lang="en-US" dirty="0"/>
              <a:t>, </a:t>
            </a:r>
            <a:r>
              <a:rPr lang="en-US" dirty="0" err="1"/>
              <a:t>consectetur</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Tree>
    <p:extLst>
      <p:ext uri="{BB962C8B-B14F-4D97-AF65-F5344CB8AC3E}">
        <p14:creationId xmlns:p14="http://schemas.microsoft.com/office/powerpoint/2010/main" val="18914104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16996086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4463594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sz="quarter" idx="23" hasCustomPrompt="1"/>
          </p:nvPr>
        </p:nvSpPr>
        <p:spPr>
          <a:xfrm>
            <a:off x="0" y="3240042"/>
            <a:ext cx="3441700" cy="586696"/>
          </a:xfrm>
          <a:prstGeom prst="rect">
            <a:avLst/>
          </a:prstGeom>
          <a:blipFill>
            <a:blip r:embed="rId3"/>
            <a:stretch>
              <a:fillRect/>
            </a:stretch>
          </a:blipFill>
        </p:spPr>
        <p:txBody>
          <a:bodyPr/>
          <a:lstStyle>
            <a:lvl1pPr>
              <a:defRPr sz="2800" b="0" i="0"/>
            </a:lvl1pPr>
          </a:lstStyle>
          <a:p>
            <a:pPr lvl="0"/>
            <a:r>
              <a:rPr lang="en-US"/>
              <a:t> </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amet</a:t>
            </a:r>
            <a:r>
              <a:rPr lang="en-US"/>
              <a: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sz="quarter"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defRPr b="0" i="0"/>
            </a:lvl1pPr>
          </a:lstStyle>
          <a:p>
            <a:r>
              <a:rPr lang="en-US"/>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sz="quarter"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defRPr b="0" i="0"/>
            </a:lvl1pPr>
          </a:lstStyle>
          <a:p>
            <a:r>
              <a:rPr lang="en-US"/>
              <a:t>Picture</a:t>
            </a:r>
          </a:p>
        </p:txBody>
      </p:sp>
    </p:spTree>
    <p:extLst>
      <p:ext uri="{BB962C8B-B14F-4D97-AF65-F5344CB8AC3E}">
        <p14:creationId xmlns:p14="http://schemas.microsoft.com/office/powerpoint/2010/main" val="16042934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0372" y="556953"/>
            <a:ext cx="11268077" cy="855922"/>
          </a:xfrm>
          <a:prstGeom prst="rect">
            <a:avLst/>
          </a:prstGeom>
        </p:spPr>
        <p:txBody>
          <a:bodyPr vert="horz" lIns="0" tIns="0" rIns="0" bIns="0" rtlCol="0" anchor="t" anchorCtr="0">
            <a:noAutofit/>
          </a:bodyPr>
          <a:lstStyle/>
          <a:p>
            <a:r>
              <a:rPr lang="en-US"/>
              <a:t>Click to edit Master title style</a:t>
            </a:r>
            <a:endParaRPr lang="en-US" dirty="0"/>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r>
              <a:rPr lang="en-US"/>
              <a:t>© 2025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771477"/>
      </p:ext>
    </p:extLst>
  </p:cSld>
  <p:clrMap bg1="lt1" tx1="dk1" bg2="lt2" tx2="dk2" accent1="accent1" accent2="accent2" accent3="accent3" accent4="accent4" accent5="accent5" accent6="accent6" hlink="hlink" folHlink="folHlink"/>
  <p:sldLayoutIdLst>
    <p:sldLayoutId id="2147483733" r:id="rId1"/>
    <p:sldLayoutId id="2147483941" r:id="rId2"/>
    <p:sldLayoutId id="2147483942" r:id="rId3"/>
    <p:sldLayoutId id="2147483943" r:id="rId4"/>
    <p:sldLayoutId id="2147483869" r:id="rId5"/>
    <p:sldLayoutId id="2147484009" r:id="rId6"/>
    <p:sldLayoutId id="2147483745" r:id="rId7"/>
    <p:sldLayoutId id="2147483932" r:id="rId8"/>
    <p:sldLayoutId id="2147483933" r:id="rId9"/>
    <p:sldLayoutId id="2147483939" r:id="rId10"/>
    <p:sldLayoutId id="2147483801" r:id="rId11"/>
    <p:sldLayoutId id="2147483875" r:id="rId12"/>
    <p:sldLayoutId id="2147483760" r:id="rId13"/>
    <p:sldLayoutId id="2147483940" r:id="rId14"/>
    <p:sldLayoutId id="2147484016" r:id="rId15"/>
    <p:sldLayoutId id="2147483708" r:id="rId16"/>
    <p:sldLayoutId id="2147483881" r:id="rId17"/>
    <p:sldLayoutId id="2147483951" r:id="rId18"/>
    <p:sldLayoutId id="2147483985" r:id="rId19"/>
    <p:sldLayoutId id="2147483987" r:id="rId20"/>
    <p:sldLayoutId id="2147483989" r:id="rId21"/>
    <p:sldLayoutId id="2147483990" r:id="rId22"/>
    <p:sldLayoutId id="2147483991" r:id="rId23"/>
    <p:sldLayoutId id="2147483982" r:id="rId24"/>
    <p:sldLayoutId id="2147483998" r:id="rId25"/>
    <p:sldLayoutId id="2147484000" r:id="rId26"/>
    <p:sldLayoutId id="2147484001" r:id="rId27"/>
    <p:sldLayoutId id="2147484002" r:id="rId28"/>
    <p:sldLayoutId id="2147484003" r:id="rId29"/>
    <p:sldLayoutId id="2147484008" r:id="rId30"/>
    <p:sldLayoutId id="2147484004" r:id="rId31"/>
    <p:sldLayoutId id="2147484005" r:id="rId32"/>
    <p:sldLayoutId id="2147484007" r:id="rId33"/>
  </p:sldLayoutIdLst>
  <p:hf hdr="0"/>
  <p:txStyles>
    <p:title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5" orient="horz" pos="346" userDrawn="1">
          <p15:clr>
            <a:srgbClr val="F26B43"/>
          </p15:clr>
        </p15:guide>
        <p15:guide id="31" orient="horz" pos="4137" userDrawn="1">
          <p15:clr>
            <a:srgbClr val="F26B43"/>
          </p15:clr>
        </p15:guide>
        <p15:guide id="32" orient="horz" pos="4032" userDrawn="1">
          <p15:clr>
            <a:srgbClr val="F26B43"/>
          </p15:clr>
        </p15:guide>
        <p15:guide id="49" orient="horz" pos="890" userDrawn="1">
          <p15:clr>
            <a:srgbClr val="F26B43"/>
          </p15:clr>
        </p15:guide>
        <p15:guide id="50" orient="horz" pos="1115" userDrawn="1">
          <p15:clr>
            <a:srgbClr val="F26B43"/>
          </p15:clr>
        </p15:guide>
        <p15:guide id="51" pos="288" userDrawn="1">
          <p15:clr>
            <a:srgbClr val="F26B43"/>
          </p15:clr>
        </p15:guide>
        <p15:guide id="64" orient="horz" pos="3792" userDrawn="1">
          <p15:clr>
            <a:srgbClr val="F26B43"/>
          </p15:clr>
        </p15:guide>
        <p15:guide id="65" orient="horz" pos="3863" userDrawn="1">
          <p15:clr>
            <a:srgbClr val="F26B43"/>
          </p15:clr>
        </p15:guide>
        <p15:guide id="66" pos="739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5.png"/><Relationship Id="rId7" Type="http://schemas.openxmlformats.org/officeDocument/2006/relationships/image" Target="../media/image4.png"/><Relationship Id="rId2" Type="http://schemas.openxmlformats.org/officeDocument/2006/relationships/image" Target="../media/image44.png"/><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49.png"/><Relationship Id="rId5" Type="http://schemas.openxmlformats.org/officeDocument/2006/relationships/image" Target="../media/image9.png"/><Relationship Id="rId10" Type="http://schemas.openxmlformats.org/officeDocument/2006/relationships/image" Target="../media/image48.png"/><Relationship Id="rId4" Type="http://schemas.openxmlformats.org/officeDocument/2006/relationships/image" Target="../media/image46.pn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 Id="rId5" Type="http://schemas.openxmlformats.org/officeDocument/2006/relationships/image" Target="../media/image63.png"/><Relationship Id="rId4" Type="http://schemas.openxmlformats.org/officeDocument/2006/relationships/image" Target="../media/image62.png"/></Relationships>
</file>

<file path=ppt/slides/_rels/slide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4.png"/><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image" Target="../media/image69.png"/><Relationship Id="rId7" Type="http://schemas.openxmlformats.org/officeDocument/2006/relationships/image" Target="../media/image72.png"/><Relationship Id="rId2" Type="http://schemas.openxmlformats.org/officeDocument/2006/relationships/image" Target="../media/image68.png"/><Relationship Id="rId1" Type="http://schemas.openxmlformats.org/officeDocument/2006/relationships/slideLayout" Target="../slideLayouts/slideLayout13.xml"/><Relationship Id="rId6" Type="http://schemas.openxmlformats.org/officeDocument/2006/relationships/image" Target="../media/image63.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chart" Target="../charts/chart8.xml"/></Relationships>
</file>

<file path=ppt/slides/_rels/slide1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3.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11DC9D-C2A1-857F-E944-B2CFB3E2FB43}"/>
              </a:ext>
            </a:extLst>
          </p:cNvPr>
          <p:cNvSpPr>
            <a:spLocks noGrp="1"/>
          </p:cNvSpPr>
          <p:nvPr>
            <p:ph idx="1"/>
          </p:nvPr>
        </p:nvSpPr>
        <p:spPr>
          <a:xfrm>
            <a:off x="460372" y="1770063"/>
            <a:ext cx="7102834" cy="4249738"/>
          </a:xfrm>
        </p:spPr>
        <p:txBody>
          <a:bodyPr/>
          <a:lstStyle/>
          <a:p>
            <a:pPr>
              <a:lnSpc>
                <a:spcPct val="110000"/>
              </a:lnSpc>
            </a:pPr>
            <a:r>
              <a:rPr lang="en-US" b="1" dirty="0">
                <a:solidFill>
                  <a:schemeClr val="tx2"/>
                </a:solidFill>
              </a:rPr>
              <a:t>This template is a starting point for PowerPoint presentations. </a:t>
            </a:r>
          </a:p>
          <a:p>
            <a:pPr>
              <a:lnSpc>
                <a:spcPct val="110000"/>
              </a:lnSpc>
              <a:spcAft>
                <a:spcPts val="1600"/>
              </a:spcAft>
            </a:pPr>
            <a:r>
              <a:rPr lang="en-US" dirty="0"/>
              <a:t>The following slides are a mix of instructions and example content. The first section includes technical instructions and “how-to” information. They are followed by example content slides.</a:t>
            </a:r>
          </a:p>
          <a:p>
            <a:pPr>
              <a:lnSpc>
                <a:spcPct val="110000"/>
              </a:lnSpc>
              <a:spcAft>
                <a:spcPts val="1600"/>
              </a:spcAft>
            </a:pPr>
            <a:r>
              <a:rPr lang="en-US" dirty="0"/>
              <a:t>Please refer to these slides whenever you need assistance and if you’re using this template for the first time, we recommend reviewing the instructions thoroughly.</a:t>
            </a:r>
          </a:p>
          <a:p>
            <a:pPr>
              <a:lnSpc>
                <a:spcPct val="110000"/>
              </a:lnSpc>
              <a:spcAft>
                <a:spcPts val="1600"/>
              </a:spcAft>
            </a:pPr>
            <a:r>
              <a:rPr lang="en-US" dirty="0"/>
              <a:t>DO NOT alter master pages in the PowerPoint template.</a:t>
            </a:r>
            <a:br>
              <a:rPr lang="en-US" dirty="0"/>
            </a:br>
            <a:r>
              <a:rPr lang="en-US" dirty="0"/>
              <a:t>If additional layouts or designs are needed for your presentation, please reference the supplemental PowerPoint materials provided in Brand Compass and </a:t>
            </a:r>
            <a:r>
              <a:rPr lang="en-US" dirty="0" err="1"/>
              <a:t>Templafy</a:t>
            </a:r>
            <a:r>
              <a:rPr lang="en-US" dirty="0"/>
              <a:t>. </a:t>
            </a:r>
          </a:p>
          <a:p>
            <a:pPr>
              <a:lnSpc>
                <a:spcPct val="110000"/>
              </a:lnSpc>
              <a:spcAft>
                <a:spcPts val="1600"/>
              </a:spcAft>
            </a:pPr>
            <a:r>
              <a:rPr lang="en-US" dirty="0"/>
              <a:t>If additional adjustments are needed to the master template, reach out to the Brand Team for assistance. </a:t>
            </a:r>
          </a:p>
          <a:p>
            <a:endParaRPr lang="en-US" dirty="0"/>
          </a:p>
        </p:txBody>
      </p:sp>
      <p:sp>
        <p:nvSpPr>
          <p:cNvPr id="3" name="Footer Placeholder 2">
            <a:extLst>
              <a:ext uri="{FF2B5EF4-FFF2-40B4-BE49-F238E27FC236}">
                <a16:creationId xmlns:a16="http://schemas.microsoft.com/office/drawing/2014/main" id="{3BA7CA70-CD72-D1E8-CA04-86C8C3D64CDB}"/>
              </a:ext>
            </a:extLst>
          </p:cNvPr>
          <p:cNvSpPr>
            <a:spLocks noGrp="1"/>
          </p:cNvSpPr>
          <p:nvPr>
            <p:ph type="ftr" sz="quarter" idx="10"/>
          </p:nvPr>
        </p:nvSpPr>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04EB1AF6-8A37-F18E-DB59-726F213FE80F}"/>
              </a:ext>
            </a:extLst>
          </p:cNvPr>
          <p:cNvSpPr>
            <a:spLocks noGrp="1"/>
          </p:cNvSpPr>
          <p:nvPr>
            <p:ph type="sldNum" sz="quarter" idx="11"/>
          </p:nvPr>
        </p:nvSpPr>
        <p:spPr/>
        <p:txBody>
          <a:bodyPr/>
          <a:lstStyle/>
          <a:p>
            <a:fld id="{63DCA5C9-2E11-4C67-86EB-AE1DE127DC64}" type="slidenum">
              <a:rPr lang="en-US" smtClean="0"/>
              <a:pPr/>
              <a:t>1</a:t>
            </a:fld>
            <a:endParaRPr lang="en-US"/>
          </a:p>
        </p:txBody>
      </p:sp>
      <p:sp>
        <p:nvSpPr>
          <p:cNvPr id="5" name="Title 4">
            <a:extLst>
              <a:ext uri="{FF2B5EF4-FFF2-40B4-BE49-F238E27FC236}">
                <a16:creationId xmlns:a16="http://schemas.microsoft.com/office/drawing/2014/main" id="{34716D2C-47A4-7382-6B8C-DD41030D8C07}"/>
              </a:ext>
            </a:extLst>
          </p:cNvPr>
          <p:cNvSpPr>
            <a:spLocks noGrp="1"/>
          </p:cNvSpPr>
          <p:nvPr>
            <p:ph type="title"/>
          </p:nvPr>
        </p:nvSpPr>
        <p:spPr/>
        <p:txBody>
          <a:bodyPr/>
          <a:lstStyle/>
          <a:p>
            <a:r>
              <a:rPr kumimoji="0" lang="en-US" b="1" i="0" u="none" strike="noStrike" kern="1200" cap="none" spc="0" normalizeH="0" baseline="0" noProof="0" dirty="0">
                <a:ln>
                  <a:noFill/>
                </a:ln>
                <a:solidFill>
                  <a:srgbClr val="070154"/>
                </a:solidFill>
                <a:effectLst/>
                <a:uLnTx/>
                <a:uFillTx/>
                <a:latin typeface="Arial" panose="020B0604020202020204"/>
                <a:cs typeface="Arial" panose="020B0604020202020204" pitchFamily="34" charset="0"/>
              </a:rPr>
              <a:t>Welcome to the West Monroe</a:t>
            </a:r>
            <a:br>
              <a:rPr kumimoji="0" lang="en-US" b="1" i="0" u="none" strike="noStrike" kern="1200" cap="none" spc="0" normalizeH="0" baseline="0" noProof="0" dirty="0">
                <a:ln>
                  <a:noFill/>
                </a:ln>
                <a:solidFill>
                  <a:srgbClr val="070154"/>
                </a:solidFill>
                <a:effectLst/>
                <a:uLnTx/>
                <a:uFillTx/>
                <a:latin typeface="Arial" panose="020B0604020202020204"/>
                <a:cs typeface="Arial" panose="020B0604020202020204" pitchFamily="34" charset="0"/>
              </a:rPr>
            </a:br>
            <a:r>
              <a:rPr kumimoji="0" lang="en-US" b="1" i="0" u="none" strike="noStrike" kern="1200" cap="none" spc="0" normalizeH="0" baseline="0" noProof="0" dirty="0">
                <a:ln>
                  <a:noFill/>
                </a:ln>
                <a:solidFill>
                  <a:srgbClr val="070154"/>
                </a:solidFill>
                <a:effectLst/>
                <a:uLnTx/>
                <a:uFillTx/>
                <a:latin typeface="Arial" panose="020B0604020202020204"/>
                <a:cs typeface="Arial" panose="020B0604020202020204" pitchFamily="34" charset="0"/>
              </a:rPr>
              <a:t>16:9 PPT Template</a:t>
            </a:r>
            <a:endParaRPr lang="en-US" dirty="0"/>
          </a:p>
        </p:txBody>
      </p:sp>
      <p:sp>
        <p:nvSpPr>
          <p:cNvPr id="6" name="Text Placeholder 5">
            <a:extLst>
              <a:ext uri="{FF2B5EF4-FFF2-40B4-BE49-F238E27FC236}">
                <a16:creationId xmlns:a16="http://schemas.microsoft.com/office/drawing/2014/main" id="{BE8E4791-932F-44A1-C620-7D6FC5242D01}"/>
              </a:ext>
            </a:extLst>
          </p:cNvPr>
          <p:cNvSpPr>
            <a:spLocks noGrp="1"/>
          </p:cNvSpPr>
          <p:nvPr>
            <p:ph type="body" sz="quarter" idx="19"/>
          </p:nvPr>
        </p:nvSpPr>
        <p:spPr/>
        <p:txBody>
          <a:bodyPr/>
          <a:lstStyle/>
          <a:p>
            <a:r>
              <a:rPr kumimoji="0" lang="en-US" sz="900" b="1" i="0" u="none" strike="noStrike" kern="1200" cap="all" spc="10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Instructions</a:t>
            </a:r>
          </a:p>
        </p:txBody>
      </p:sp>
      <p:sp>
        <p:nvSpPr>
          <p:cNvPr id="17" name="TextBox 16">
            <a:extLst>
              <a:ext uri="{FF2B5EF4-FFF2-40B4-BE49-F238E27FC236}">
                <a16:creationId xmlns:a16="http://schemas.microsoft.com/office/drawing/2014/main" id="{171EAB0F-0CF3-C56A-59E3-AA433D28031A}"/>
              </a:ext>
            </a:extLst>
          </p:cNvPr>
          <p:cNvSpPr txBox="1"/>
          <p:nvPr/>
        </p:nvSpPr>
        <p:spPr>
          <a:xfrm>
            <a:off x="8947993" y="1311044"/>
            <a:ext cx="3244007" cy="4664801"/>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New functionality</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Slide layouts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Preloaded text styles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1400" b="1" i="0" dirty="0">
                <a:solidFill>
                  <a:schemeClr val="tx1"/>
                </a:solidFill>
                <a:latin typeface="+mn-lt"/>
                <a:ea typeface="Roboto" panose="02000000000000000000" pitchFamily="2" charset="0"/>
                <a:cs typeface="Segoe UI" panose="020B0502040204020203" pitchFamily="34" charset="0"/>
              </a:rPr>
              <a:t>Text hierarchy and adjustment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Color palettes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Data visualization palette types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Data visualization palette usage</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Graphic element usage</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Highlight adjustment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Cropping images</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Guide alignment</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70154"/>
                </a:solidFill>
                <a:effectLst/>
                <a:uLnTx/>
                <a:uFillTx/>
                <a:latin typeface="+mn-lt"/>
                <a:ea typeface="Roboto" panose="02000000000000000000" pitchFamily="2" charset="0"/>
                <a:cs typeface="Segoe UI" panose="020B0502040204020203" pitchFamily="34" charset="0"/>
              </a:rPr>
              <a:t>Conversion to the new template</a:t>
            </a:r>
          </a:p>
        </p:txBody>
      </p:sp>
      <p:sp>
        <p:nvSpPr>
          <p:cNvPr id="18" name="TextBox 17">
            <a:extLst>
              <a:ext uri="{FF2B5EF4-FFF2-40B4-BE49-F238E27FC236}">
                <a16:creationId xmlns:a16="http://schemas.microsoft.com/office/drawing/2014/main" id="{320D42C8-D339-861F-9575-C8EC924BDA80}"/>
              </a:ext>
            </a:extLst>
          </p:cNvPr>
          <p:cNvSpPr txBox="1"/>
          <p:nvPr/>
        </p:nvSpPr>
        <p:spPr>
          <a:xfrm>
            <a:off x="8447669" y="1311045"/>
            <a:ext cx="414336" cy="4606924"/>
          </a:xfrm>
          <a:prstGeom prst="rect">
            <a:avLst/>
          </a:prstGeom>
          <a:noFill/>
        </p:spPr>
        <p:txBody>
          <a:bodyPr wrap="square" lIns="0" tIns="0" rIns="0" bIns="0" rtlCol="0" anchor="ctr" anchorCtr="0">
            <a:noAutofit/>
          </a:bodyPr>
          <a:lstStyle/>
          <a:p>
            <a:pPr lvl="0">
              <a:spcAft>
                <a:spcPts val="0"/>
              </a:spcAft>
            </a:pPr>
            <a:r>
              <a:rPr lang="en-US" sz="2400" b="1" dirty="0">
                <a:solidFill>
                  <a:schemeClr val="accent1"/>
                </a:solidFill>
              </a:rPr>
              <a:t>02</a:t>
            </a:r>
          </a:p>
          <a:p>
            <a:pPr lvl="0">
              <a:spcAft>
                <a:spcPts val="0"/>
              </a:spcAft>
            </a:pPr>
            <a:r>
              <a:rPr lang="en-US" sz="2400" b="1" dirty="0">
                <a:solidFill>
                  <a:schemeClr val="accent1"/>
                </a:solidFill>
              </a:rPr>
              <a:t>03</a:t>
            </a:r>
          </a:p>
          <a:p>
            <a:pPr lvl="0">
              <a:spcAft>
                <a:spcPts val="0"/>
              </a:spcAft>
            </a:pPr>
            <a:r>
              <a:rPr lang="en-US" sz="2400" b="1" dirty="0">
                <a:solidFill>
                  <a:schemeClr val="accent1"/>
                </a:solidFill>
              </a:rPr>
              <a:t>04</a:t>
            </a:r>
          </a:p>
          <a:p>
            <a:pPr lvl="0">
              <a:spcAft>
                <a:spcPts val="0"/>
              </a:spcAft>
            </a:pPr>
            <a:r>
              <a:rPr lang="en-US" sz="2400" b="1" dirty="0">
                <a:solidFill>
                  <a:schemeClr val="accent1"/>
                </a:solidFill>
              </a:rPr>
              <a:t>05</a:t>
            </a:r>
          </a:p>
          <a:p>
            <a:pPr lvl="0">
              <a:spcAft>
                <a:spcPts val="0"/>
              </a:spcAft>
            </a:pPr>
            <a:r>
              <a:rPr lang="en-US" sz="2400" b="1" dirty="0">
                <a:solidFill>
                  <a:schemeClr val="accent1"/>
                </a:solidFill>
              </a:rPr>
              <a:t>06</a:t>
            </a:r>
          </a:p>
          <a:p>
            <a:pPr lvl="0">
              <a:spcAft>
                <a:spcPts val="0"/>
              </a:spcAft>
            </a:pPr>
            <a:r>
              <a:rPr lang="en-US" sz="2400" b="1" dirty="0">
                <a:solidFill>
                  <a:schemeClr val="accent1"/>
                </a:solidFill>
              </a:rPr>
              <a:t>07</a:t>
            </a:r>
          </a:p>
          <a:p>
            <a:pPr lvl="0">
              <a:spcAft>
                <a:spcPts val="0"/>
              </a:spcAft>
            </a:pPr>
            <a:r>
              <a:rPr lang="en-US" sz="2400" b="1" dirty="0">
                <a:solidFill>
                  <a:schemeClr val="accent1"/>
                </a:solidFill>
              </a:rPr>
              <a:t>08</a:t>
            </a:r>
          </a:p>
          <a:p>
            <a:pPr lvl="0">
              <a:spcAft>
                <a:spcPts val="0"/>
              </a:spcAft>
            </a:pPr>
            <a:r>
              <a:rPr lang="en-US" sz="2400" b="1" dirty="0">
                <a:solidFill>
                  <a:schemeClr val="accent1"/>
                </a:solidFill>
              </a:rPr>
              <a:t>10</a:t>
            </a:r>
          </a:p>
          <a:p>
            <a:pPr lvl="0">
              <a:spcAft>
                <a:spcPts val="0"/>
              </a:spcAft>
            </a:pPr>
            <a:r>
              <a:rPr lang="en-US" sz="2400" b="1" dirty="0">
                <a:solidFill>
                  <a:schemeClr val="accent1"/>
                </a:solidFill>
              </a:rPr>
              <a:t>11121314</a:t>
            </a:r>
          </a:p>
        </p:txBody>
      </p:sp>
      <p:pic>
        <p:nvPicPr>
          <p:cNvPr id="19" name="Graphic 18">
            <a:extLst>
              <a:ext uri="{FF2B5EF4-FFF2-40B4-BE49-F238E27FC236}">
                <a16:creationId xmlns:a16="http://schemas.microsoft.com/office/drawing/2014/main" id="{8310FC1E-198E-4625-1708-328DA8CDC2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7667" y="445100"/>
            <a:ext cx="2189467" cy="1135813"/>
          </a:xfrm>
          <a:prstGeom prst="rect">
            <a:avLst/>
          </a:prstGeom>
        </p:spPr>
      </p:pic>
      <p:sp>
        <p:nvSpPr>
          <p:cNvPr id="20" name="TextBox 19">
            <a:extLst>
              <a:ext uri="{FF2B5EF4-FFF2-40B4-BE49-F238E27FC236}">
                <a16:creationId xmlns:a16="http://schemas.microsoft.com/office/drawing/2014/main" id="{69DB93DB-C831-55C0-6133-601A6EADAD16}"/>
              </a:ext>
            </a:extLst>
          </p:cNvPr>
          <p:cNvSpPr txBox="1"/>
          <p:nvPr/>
        </p:nvSpPr>
        <p:spPr>
          <a:xfrm>
            <a:off x="8447671" y="502975"/>
            <a:ext cx="3280778" cy="449296"/>
          </a:xfrm>
          <a:prstGeom prst="rect">
            <a:avLst/>
          </a:prstGeom>
          <a:noFill/>
        </p:spPr>
        <p:txBody>
          <a:bodyPr wrap="square" lIns="0" tIns="0" rIns="0" bIns="0" rtlCol="0" anchor="b" anchorCtr="0">
            <a:normAutofit/>
          </a:bodyPr>
          <a:lstStyle/>
          <a:p>
            <a:pPr marL="0" indent="-3657600" algn="l">
              <a:spcAft>
                <a:spcPts val="600"/>
              </a:spcAft>
            </a:pPr>
            <a:r>
              <a:rPr lang="en-US" sz="2000" b="1" i="0" dirty="0">
                <a:solidFill>
                  <a:schemeClr val="tx1"/>
                </a:solidFill>
                <a:latin typeface="+mn-lt"/>
                <a:ea typeface="Roboto" panose="02000000000000000000" pitchFamily="2" charset="0"/>
                <a:cs typeface="Segoe UI" panose="020B0502040204020203" pitchFamily="34" charset="0"/>
              </a:rPr>
              <a:t>Instruction pages:</a:t>
            </a:r>
          </a:p>
        </p:txBody>
      </p:sp>
    </p:spTree>
    <p:extLst>
      <p:ext uri="{BB962C8B-B14F-4D97-AF65-F5344CB8AC3E}">
        <p14:creationId xmlns:p14="http://schemas.microsoft.com/office/powerpoint/2010/main" val="3658291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5CCB0E4-EDA2-5099-E892-97D944D7D67E}"/>
              </a:ext>
            </a:extLst>
          </p:cNvPr>
          <p:cNvSpPr>
            <a:spLocks noGrp="1"/>
          </p:cNvSpPr>
          <p:nvPr>
            <p:ph type="ftr" sz="quarter" idx="22"/>
          </p:nvPr>
        </p:nvSpPr>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A1BC4B2E-1AB3-1585-CFD8-E1150AE95EC8}"/>
              </a:ext>
            </a:extLst>
          </p:cNvPr>
          <p:cNvSpPr>
            <a:spLocks noGrp="1"/>
          </p:cNvSpPr>
          <p:nvPr>
            <p:ph type="sldNum" sz="quarter" idx="23"/>
          </p:nvPr>
        </p:nvSpPr>
        <p:spPr/>
        <p:txBody>
          <a:bodyPr/>
          <a:lstStyle/>
          <a:p>
            <a:fld id="{63DCA5C9-2E11-4C67-86EB-AE1DE127DC64}" type="slidenum">
              <a:rPr lang="en-US" smtClean="0"/>
              <a:pPr/>
              <a:t>2</a:t>
            </a:fld>
            <a:endParaRPr lang="en-US"/>
          </a:p>
        </p:txBody>
      </p:sp>
      <p:sp>
        <p:nvSpPr>
          <p:cNvPr id="12" name="Title 11">
            <a:extLst>
              <a:ext uri="{FF2B5EF4-FFF2-40B4-BE49-F238E27FC236}">
                <a16:creationId xmlns:a16="http://schemas.microsoft.com/office/drawing/2014/main" id="{6AB85255-05FF-F514-4720-B7FF6F2B4405}"/>
              </a:ext>
            </a:extLst>
          </p:cNvPr>
          <p:cNvSpPr>
            <a:spLocks noGrp="1"/>
          </p:cNvSpPr>
          <p:nvPr>
            <p:ph type="title"/>
          </p:nvPr>
        </p:nvSpPr>
        <p:spPr/>
        <p:txBody>
          <a:bodyPr/>
          <a:lstStyle/>
          <a:p>
            <a:r>
              <a:rPr lang="en-US" b="1" i="0" dirty="0">
                <a:solidFill>
                  <a:schemeClr val="tx1"/>
                </a:solidFill>
                <a:latin typeface="+mn-lt"/>
                <a:ea typeface="Roboto" panose="02000000000000000000" pitchFamily="2" charset="0"/>
                <a:cs typeface="Segoe UI" panose="020B0502040204020203" pitchFamily="34" charset="0"/>
              </a:rPr>
              <a:t>New functionality: Preloaded layouts and color palettes</a:t>
            </a:r>
            <a:endParaRPr lang="en-US" dirty="0"/>
          </a:p>
        </p:txBody>
      </p:sp>
      <p:sp>
        <p:nvSpPr>
          <p:cNvPr id="14" name="Content Placeholder 13">
            <a:extLst>
              <a:ext uri="{FF2B5EF4-FFF2-40B4-BE49-F238E27FC236}">
                <a16:creationId xmlns:a16="http://schemas.microsoft.com/office/drawing/2014/main" id="{A66DABE9-AAB7-3F19-3602-28CB7045BD3C}"/>
              </a:ext>
            </a:extLst>
          </p:cNvPr>
          <p:cNvSpPr>
            <a:spLocks noGrp="1"/>
          </p:cNvSpPr>
          <p:nvPr>
            <p:ph sz="quarter" idx="24"/>
          </p:nvPr>
        </p:nvSpPr>
        <p:spPr>
          <a:xfrm>
            <a:off x="6210300" y="4048247"/>
            <a:ext cx="5518150" cy="1971553"/>
          </a:xfrm>
        </p:spPr>
        <p:txBody>
          <a:bodyPr/>
          <a:lstStyle/>
          <a:p>
            <a:pPr marL="9144" lvl="1" indent="0">
              <a:buNone/>
            </a:pPr>
            <a:r>
              <a:rPr lang="en-US" sz="1800" b="1" dirty="0">
                <a:solidFill>
                  <a:schemeClr val="tx2"/>
                </a:solidFill>
              </a:rPr>
              <a:t>Color palettes </a:t>
            </a:r>
          </a:p>
          <a:p>
            <a:pPr algn="l"/>
            <a:r>
              <a:rPr lang="en-US" sz="1200" dirty="0"/>
              <a:t>The primary brand color palette, Categorical Data Vis colors, and Deemphasis Data Vis colors are preloaded in the drop down menu under ”Theme Colors” and “Custom Colors”. </a:t>
            </a:r>
          </a:p>
          <a:p>
            <a:pPr algn="l"/>
            <a:r>
              <a:rPr lang="en-US" sz="1200" dirty="0"/>
              <a:t>The Accent and KPI palettes are included, with the palettes above, below the artboard for use with the eyedropper tool. </a:t>
            </a:r>
          </a:p>
        </p:txBody>
      </p:sp>
      <p:sp>
        <p:nvSpPr>
          <p:cNvPr id="8" name="Text Placeholder 7">
            <a:extLst>
              <a:ext uri="{FF2B5EF4-FFF2-40B4-BE49-F238E27FC236}">
                <a16:creationId xmlns:a16="http://schemas.microsoft.com/office/drawing/2014/main" id="{68D70952-4856-FE0C-1CBB-A810401F96CD}"/>
              </a:ext>
            </a:extLst>
          </p:cNvPr>
          <p:cNvSpPr>
            <a:spLocks noGrp="1"/>
          </p:cNvSpPr>
          <p:nvPr>
            <p:ph type="body" sz="quarter" idx="19"/>
          </p:nvPr>
        </p:nvSpPr>
        <p:spPr/>
        <p:txBody>
          <a:bodyPr/>
          <a:lstStyle/>
          <a:p>
            <a:r>
              <a:rPr kumimoji="0" lang="en-US" sz="900" b="1" i="0" u="none" strike="noStrike" kern="1200" cap="all" spc="100" normalizeH="0" baseline="0" noProof="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Instructions</a:t>
            </a:r>
            <a:endParaRPr kumimoji="0" lang="en-US" sz="900" b="1" i="0" u="none" strike="noStrike" kern="1200" cap="all" spc="10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endParaRPr>
          </a:p>
        </p:txBody>
      </p:sp>
      <p:grpSp>
        <p:nvGrpSpPr>
          <p:cNvPr id="27" name="Group 26">
            <a:extLst>
              <a:ext uri="{FF2B5EF4-FFF2-40B4-BE49-F238E27FC236}">
                <a16:creationId xmlns:a16="http://schemas.microsoft.com/office/drawing/2014/main" id="{734C6F3A-9C80-F460-0055-C3375038E938}"/>
              </a:ext>
            </a:extLst>
          </p:cNvPr>
          <p:cNvGrpSpPr/>
          <p:nvPr/>
        </p:nvGrpSpPr>
        <p:grpSpPr>
          <a:xfrm>
            <a:off x="466725" y="1749533"/>
            <a:ext cx="3518133" cy="2105258"/>
            <a:chOff x="466726" y="1749533"/>
            <a:chExt cx="3379612" cy="2022367"/>
          </a:xfrm>
        </p:grpSpPr>
        <p:pic>
          <p:nvPicPr>
            <p:cNvPr id="15" name="Picture 14">
              <a:extLst>
                <a:ext uri="{FF2B5EF4-FFF2-40B4-BE49-F238E27FC236}">
                  <a16:creationId xmlns:a16="http://schemas.microsoft.com/office/drawing/2014/main" id="{3DEC1CF6-F62C-786F-C9F0-4A9520FE8697}"/>
                </a:ext>
              </a:extLst>
            </p:cNvPr>
            <p:cNvPicPr>
              <a:picLocks noChangeAspect="1"/>
            </p:cNvPicPr>
            <p:nvPr/>
          </p:nvPicPr>
          <p:blipFill>
            <a:blip r:embed="rId2" cstate="hqprint">
              <a:extLst>
                <a:ext uri="{28A0092B-C50C-407E-A947-70E740481C1C}">
                  <a14:useLocalDpi xmlns:a14="http://schemas.microsoft.com/office/drawing/2010/main"/>
                </a:ext>
              </a:extLst>
            </a:blip>
            <a:srcRect l="202" r="202"/>
            <a:stretch/>
          </p:blipFill>
          <p:spPr>
            <a:xfrm>
              <a:off x="467757" y="2430327"/>
              <a:ext cx="3378581" cy="1341573"/>
            </a:xfrm>
            <a:prstGeom prst="rect">
              <a:avLst/>
            </a:prstGeom>
            <a:ln>
              <a:solidFill>
                <a:schemeClr val="accent2"/>
              </a:solidFill>
            </a:ln>
          </p:spPr>
        </p:pic>
        <p:pic>
          <p:nvPicPr>
            <p:cNvPr id="16" name="Picture 15">
              <a:extLst>
                <a:ext uri="{FF2B5EF4-FFF2-40B4-BE49-F238E27FC236}">
                  <a16:creationId xmlns:a16="http://schemas.microsoft.com/office/drawing/2014/main" id="{A094FA14-D296-6458-7510-EAEAAEDF839B}"/>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l="-2" t="-4"/>
            <a:stretch/>
          </p:blipFill>
          <p:spPr>
            <a:xfrm>
              <a:off x="466726" y="1749533"/>
              <a:ext cx="3379612" cy="863600"/>
            </a:xfrm>
            <a:prstGeom prst="rect">
              <a:avLst/>
            </a:prstGeom>
            <a:solidFill>
              <a:schemeClr val="accent3"/>
            </a:solidFill>
            <a:ln>
              <a:solidFill>
                <a:schemeClr val="accent2"/>
              </a:solidFill>
            </a:ln>
          </p:spPr>
        </p:pic>
        <p:pic>
          <p:nvPicPr>
            <p:cNvPr id="17" name="Picture 16">
              <a:extLst>
                <a:ext uri="{FF2B5EF4-FFF2-40B4-BE49-F238E27FC236}">
                  <a16:creationId xmlns:a16="http://schemas.microsoft.com/office/drawing/2014/main" id="{BE7930A8-87E8-DBB6-684B-CD188DE8AE7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58714" y="2219452"/>
              <a:ext cx="528690" cy="528690"/>
            </a:xfrm>
            <a:prstGeom prst="rect">
              <a:avLst/>
            </a:prstGeom>
          </p:spPr>
        </p:pic>
      </p:grpSp>
      <p:grpSp>
        <p:nvGrpSpPr>
          <p:cNvPr id="38" name="Group 37">
            <a:extLst>
              <a:ext uri="{FF2B5EF4-FFF2-40B4-BE49-F238E27FC236}">
                <a16:creationId xmlns:a16="http://schemas.microsoft.com/office/drawing/2014/main" id="{F457ABCF-EBAF-ED69-BC6F-E01C165ABD0D}"/>
              </a:ext>
            </a:extLst>
          </p:cNvPr>
          <p:cNvGrpSpPr/>
          <p:nvPr/>
        </p:nvGrpSpPr>
        <p:grpSpPr>
          <a:xfrm>
            <a:off x="6164837" y="1749533"/>
            <a:ext cx="2042307" cy="2105147"/>
            <a:chOff x="4556797" y="1749533"/>
            <a:chExt cx="2042307" cy="2105147"/>
          </a:xfrm>
        </p:grpSpPr>
        <p:pic>
          <p:nvPicPr>
            <p:cNvPr id="36" name="Content Placeholder 25" descr="A screenshot of a color chart&#10;&#10;AI-generated content may be incorrect.">
              <a:extLst>
                <a:ext uri="{FF2B5EF4-FFF2-40B4-BE49-F238E27FC236}">
                  <a16:creationId xmlns:a16="http://schemas.microsoft.com/office/drawing/2014/main" id="{8F7AFD11-96D9-CA2B-2959-749FDC5280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6797" y="1749533"/>
              <a:ext cx="2042307" cy="2105147"/>
            </a:xfrm>
            <a:prstGeom prst="rect">
              <a:avLst/>
            </a:prstGeom>
          </p:spPr>
        </p:pic>
        <p:sp>
          <p:nvSpPr>
            <p:cNvPr id="21" name="Rectangle 20">
              <a:extLst>
                <a:ext uri="{FF2B5EF4-FFF2-40B4-BE49-F238E27FC236}">
                  <a16:creationId xmlns:a16="http://schemas.microsoft.com/office/drawing/2014/main" id="{CD99A05E-6B06-656B-57B6-16345D744623}"/>
                </a:ext>
              </a:extLst>
            </p:cNvPr>
            <p:cNvSpPr/>
            <p:nvPr/>
          </p:nvSpPr>
          <p:spPr bwMode="auto">
            <a:xfrm>
              <a:off x="4592849" y="1943100"/>
              <a:ext cx="1959229" cy="259364"/>
            </a:xfrm>
            <a:prstGeom prst="rect">
              <a:avLst/>
            </a:prstGeom>
            <a:noFill/>
            <a:ln w="38100" cap="flat">
              <a:solidFill>
                <a:schemeClr val="accent1"/>
              </a:solidFill>
              <a:bevel/>
              <a:headEnd/>
              <a:tailEnd/>
            </a:ln>
            <a:effectLst/>
          </p:spPr>
          <p:txBody>
            <a:bodyPr wrap="none" rtlCol="0" anchor="ctr"/>
            <a:lstStyle/>
            <a:p>
              <a:pPr algn="ctr"/>
              <a:endParaRPr lang="en-US"/>
            </a:p>
          </p:txBody>
        </p:sp>
        <p:sp>
          <p:nvSpPr>
            <p:cNvPr id="22" name="Rectangle 21">
              <a:extLst>
                <a:ext uri="{FF2B5EF4-FFF2-40B4-BE49-F238E27FC236}">
                  <a16:creationId xmlns:a16="http://schemas.microsoft.com/office/drawing/2014/main" id="{D5C82270-7E4F-0F7E-8661-6CAD6827AEE9}"/>
                </a:ext>
              </a:extLst>
            </p:cNvPr>
            <p:cNvSpPr/>
            <p:nvPr/>
          </p:nvSpPr>
          <p:spPr bwMode="auto">
            <a:xfrm>
              <a:off x="4592849" y="3374619"/>
              <a:ext cx="1959229" cy="447040"/>
            </a:xfrm>
            <a:prstGeom prst="rect">
              <a:avLst/>
            </a:prstGeom>
            <a:noFill/>
            <a:ln w="38100" cap="flat">
              <a:solidFill>
                <a:schemeClr val="accent1"/>
              </a:solidFill>
              <a:bevel/>
              <a:headEnd/>
              <a:tailEnd/>
            </a:ln>
            <a:effectLst/>
          </p:spPr>
          <p:txBody>
            <a:bodyPr wrap="none" rtlCol="0" anchor="ctr"/>
            <a:lstStyle/>
            <a:p>
              <a:pPr algn="ctr"/>
              <a:endParaRPr lang="en-US" dirty="0"/>
            </a:p>
          </p:txBody>
        </p:sp>
      </p:grpSp>
      <p:sp>
        <p:nvSpPr>
          <p:cNvPr id="35" name="Content Placeholder 34">
            <a:extLst>
              <a:ext uri="{FF2B5EF4-FFF2-40B4-BE49-F238E27FC236}">
                <a16:creationId xmlns:a16="http://schemas.microsoft.com/office/drawing/2014/main" id="{31A0C2AA-D814-F871-66E7-F76DAAAD1850}"/>
              </a:ext>
            </a:extLst>
          </p:cNvPr>
          <p:cNvSpPr>
            <a:spLocks noGrp="1"/>
          </p:cNvSpPr>
          <p:nvPr>
            <p:ph sz="quarter" idx="20"/>
          </p:nvPr>
        </p:nvSpPr>
        <p:spPr>
          <a:xfrm>
            <a:off x="460375" y="4048247"/>
            <a:ext cx="5521325" cy="1971553"/>
          </a:xfrm>
        </p:spPr>
        <p:txBody>
          <a:bodyPr/>
          <a:lstStyle/>
          <a:p>
            <a:pPr marL="9144" lvl="1" indent="0" algn="l">
              <a:buNone/>
            </a:pPr>
            <a:r>
              <a:rPr lang="en-US" sz="1800" b="1" dirty="0">
                <a:solidFill>
                  <a:schemeClr val="tx2"/>
                </a:solidFill>
              </a:rPr>
              <a:t>Preloaded layouts </a:t>
            </a:r>
          </a:p>
          <a:p>
            <a:pPr algn="l"/>
            <a:r>
              <a:rPr lang="en-US" sz="1200" dirty="0"/>
              <a:t>Page layout options are preloaded in the “New Slide” drop down menu.</a:t>
            </a:r>
          </a:p>
          <a:p>
            <a:pPr algn="l"/>
            <a:r>
              <a:rPr lang="en-US" sz="1200" dirty="0"/>
              <a:t>Designs include covers, dividers, agenda, statement pages, specialty slides, and a variety of content pages in various formats. Choose which layout meets your content the best. </a:t>
            </a:r>
          </a:p>
          <a:p>
            <a:pPr algn="l"/>
            <a:r>
              <a:rPr lang="en-US" sz="1200" dirty="0"/>
              <a:t>A “how-to” instructions page on how to use the different layouts is included on the following slides.</a:t>
            </a:r>
          </a:p>
        </p:txBody>
      </p:sp>
      <p:sp>
        <p:nvSpPr>
          <p:cNvPr id="37" name="TextBox 36">
            <a:extLst>
              <a:ext uri="{FF2B5EF4-FFF2-40B4-BE49-F238E27FC236}">
                <a16:creationId xmlns:a16="http://schemas.microsoft.com/office/drawing/2014/main" id="{E53B8F77-8A8B-9A12-D931-8B86D525E770}"/>
              </a:ext>
            </a:extLst>
          </p:cNvPr>
          <p:cNvSpPr txBox="1"/>
          <p:nvPr/>
        </p:nvSpPr>
        <p:spPr>
          <a:xfrm>
            <a:off x="4292867" y="1540042"/>
            <a:ext cx="0" cy="0"/>
          </a:xfrm>
          <a:prstGeom prst="rect">
            <a:avLst/>
          </a:prstGeom>
          <a:noFill/>
        </p:spPr>
        <p:txBody>
          <a:bodyPr wrap="none" lIns="0" tIns="0" rIns="0" bIns="0" rtlCol="0">
            <a:noAutofit/>
          </a:bodyPr>
          <a:lstStyle/>
          <a:p>
            <a:pPr marL="0" indent="0" algn="l">
              <a:spcAft>
                <a:spcPts val="600"/>
              </a:spcAft>
              <a:tabLst/>
            </a:pPr>
            <a:endParaRPr lang="en-US" sz="1500" dirty="0"/>
          </a:p>
        </p:txBody>
      </p:sp>
    </p:spTree>
    <p:extLst>
      <p:ext uri="{BB962C8B-B14F-4D97-AF65-F5344CB8AC3E}">
        <p14:creationId xmlns:p14="http://schemas.microsoft.com/office/powerpoint/2010/main" val="2722351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390A5A95-529A-7132-27B1-4C4A32F2B248}"/>
              </a:ext>
            </a:extLst>
          </p:cNvPr>
          <p:cNvSpPr>
            <a:spLocks noGrp="1"/>
          </p:cNvSpPr>
          <p:nvPr>
            <p:ph idx="1"/>
          </p:nvPr>
        </p:nvSpPr>
        <p:spPr>
          <a:xfrm>
            <a:off x="7019496" y="1770063"/>
            <a:ext cx="4708954" cy="4249737"/>
          </a:xfrm>
        </p:spPr>
        <p:txBody>
          <a:bodyPr/>
          <a:lstStyle/>
          <a:p>
            <a:r>
              <a:rPr lang="en-US" b="1" dirty="0">
                <a:solidFill>
                  <a:schemeClr val="tx2"/>
                </a:solidFill>
              </a:rPr>
              <a:t>Slide layouts options</a:t>
            </a:r>
          </a:p>
          <a:p>
            <a:r>
              <a:rPr lang="en-US" dirty="0"/>
              <a:t>A variety of slides are available for you to choose from when building a PPT presentation. As you build slides you can choose which layout best fits your content. </a:t>
            </a:r>
          </a:p>
          <a:p>
            <a:pPr marL="342900" lvl="1" indent="-342900">
              <a:buFont typeface="+mj-lt"/>
              <a:buAutoNum type="arabicPeriod"/>
            </a:pPr>
            <a:r>
              <a:rPr lang="en-US" dirty="0"/>
              <a:t>Under the Home tab, click the arrow to the right of the “New” button to reveal the options.</a:t>
            </a:r>
          </a:p>
          <a:p>
            <a:pPr marL="342900" lvl="1" indent="-342900">
              <a:buFont typeface="+mj-lt"/>
              <a:buAutoNum type="arabicPeriod"/>
            </a:pPr>
            <a:r>
              <a:rPr lang="en-US" dirty="0"/>
              <a:t>Clicking your choice will bring up the page layout. </a:t>
            </a:r>
          </a:p>
          <a:p>
            <a:pPr marL="342900" lvl="1" indent="-342900">
              <a:buFont typeface="+mj-lt"/>
              <a:buAutoNum type="arabicPeriod"/>
            </a:pPr>
            <a:r>
              <a:rPr lang="en-US" dirty="0"/>
              <a:t>A variety of covers, dividers, and content slides are available to build your presentation, with variations of each.</a:t>
            </a:r>
          </a:p>
          <a:p>
            <a:pPr marL="342900" lvl="1" indent="-342900">
              <a:buFont typeface="+mj-lt"/>
              <a:buAutoNum type="arabicPeriod"/>
            </a:pPr>
            <a:r>
              <a:rPr lang="en-US" dirty="0"/>
              <a:t>An example layouts section is included after the instructions for usage guidance and visual examples of each layout. Before finalizing your presentations, delete any example slides that are not in use.</a:t>
            </a:r>
          </a:p>
          <a:p>
            <a:endParaRPr lang="en-US" dirty="0"/>
          </a:p>
        </p:txBody>
      </p:sp>
      <p:sp>
        <p:nvSpPr>
          <p:cNvPr id="3" name="Footer Placeholder 2">
            <a:extLst>
              <a:ext uri="{FF2B5EF4-FFF2-40B4-BE49-F238E27FC236}">
                <a16:creationId xmlns:a16="http://schemas.microsoft.com/office/drawing/2014/main" id="{AD355BCE-C5FB-2952-BB8F-CD06C27D3803}"/>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71E4C549-127C-D046-38AA-F0C86CB3FD7D}"/>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3</a:t>
            </a:fld>
            <a:endParaRPr lang="en-US"/>
          </a:p>
        </p:txBody>
      </p:sp>
      <p:sp>
        <p:nvSpPr>
          <p:cNvPr id="25" name="Title 24">
            <a:extLst>
              <a:ext uri="{FF2B5EF4-FFF2-40B4-BE49-F238E27FC236}">
                <a16:creationId xmlns:a16="http://schemas.microsoft.com/office/drawing/2014/main" id="{6E8E7006-DB14-4BCB-97F7-F1ADBE4EEDC9}"/>
              </a:ext>
            </a:extLst>
          </p:cNvPr>
          <p:cNvSpPr>
            <a:spLocks noGrp="1"/>
          </p:cNvSpPr>
          <p:nvPr>
            <p:ph type="title"/>
          </p:nvPr>
        </p:nvSpPr>
        <p:spPr/>
        <p:txBody>
          <a:bodyPr/>
          <a:lstStyle/>
          <a:p>
            <a:r>
              <a:rPr lang="en-US" b="1" i="0" dirty="0">
                <a:solidFill>
                  <a:schemeClr val="tx1"/>
                </a:solidFill>
                <a:latin typeface="+mn-lt"/>
                <a:ea typeface="Roboto" panose="02000000000000000000" pitchFamily="2" charset="0"/>
                <a:cs typeface="Segoe UI" panose="020B0502040204020203" pitchFamily="34" charset="0"/>
              </a:rPr>
              <a:t>Slide layouts</a:t>
            </a:r>
            <a:br>
              <a:rPr lang="en-US" b="1" i="0" dirty="0">
                <a:solidFill>
                  <a:schemeClr val="tx1"/>
                </a:solidFill>
                <a:latin typeface="+mn-lt"/>
                <a:ea typeface="Roboto" panose="02000000000000000000" pitchFamily="2" charset="0"/>
                <a:cs typeface="Segoe UI" panose="020B0502040204020203" pitchFamily="34" charset="0"/>
              </a:rPr>
            </a:br>
            <a:endParaRPr lang="en-US" dirty="0"/>
          </a:p>
        </p:txBody>
      </p:sp>
      <p:sp>
        <p:nvSpPr>
          <p:cNvPr id="26" name="Text Placeholder 25">
            <a:extLst>
              <a:ext uri="{FF2B5EF4-FFF2-40B4-BE49-F238E27FC236}">
                <a16:creationId xmlns:a16="http://schemas.microsoft.com/office/drawing/2014/main" id="{38BD8F4E-75F4-B503-7790-AE3E7F6C7E0E}"/>
              </a:ext>
            </a:extLst>
          </p:cNvPr>
          <p:cNvSpPr>
            <a:spLocks noGrp="1"/>
          </p:cNvSpPr>
          <p:nvPr>
            <p:ph type="body" sz="quarter" idx="19"/>
          </p:nvPr>
        </p:nvSpPr>
        <p:spPr/>
        <p:txBody>
          <a:bodyPr/>
          <a:lstStyle/>
          <a:p>
            <a:r>
              <a:rPr lang="en-US" dirty="0"/>
              <a:t>Instructions</a:t>
            </a:r>
          </a:p>
        </p:txBody>
      </p:sp>
      <p:grpSp>
        <p:nvGrpSpPr>
          <p:cNvPr id="21" name="Group 20">
            <a:extLst>
              <a:ext uri="{FF2B5EF4-FFF2-40B4-BE49-F238E27FC236}">
                <a16:creationId xmlns:a16="http://schemas.microsoft.com/office/drawing/2014/main" id="{48C6739B-CB46-2A5A-9ADC-2E32F216F2B6}"/>
              </a:ext>
            </a:extLst>
          </p:cNvPr>
          <p:cNvGrpSpPr/>
          <p:nvPr/>
        </p:nvGrpSpPr>
        <p:grpSpPr>
          <a:xfrm>
            <a:off x="460372" y="1636070"/>
            <a:ext cx="6392815" cy="4244966"/>
            <a:chOff x="460372" y="1636070"/>
            <a:chExt cx="6392815" cy="4244966"/>
          </a:xfrm>
        </p:grpSpPr>
        <p:sp>
          <p:nvSpPr>
            <p:cNvPr id="17" name="Rectangle 16">
              <a:extLst>
                <a:ext uri="{FF2B5EF4-FFF2-40B4-BE49-F238E27FC236}">
                  <a16:creationId xmlns:a16="http://schemas.microsoft.com/office/drawing/2014/main" id="{06927838-F9E4-BC42-AC2C-064CF39B4D3A}"/>
                </a:ext>
              </a:extLst>
            </p:cNvPr>
            <p:cNvSpPr/>
            <p:nvPr/>
          </p:nvSpPr>
          <p:spPr bwMode="auto">
            <a:xfrm>
              <a:off x="460372" y="1636070"/>
              <a:ext cx="6392815" cy="4244966"/>
            </a:xfrm>
            <a:prstGeom prst="rect">
              <a:avLst/>
            </a:prstGeom>
            <a:solidFill>
              <a:srgbClr val="282828"/>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18" name="Content Placeholder 7" descr="A screenshot of a computer&#10;&#10;AI-generated content may be incorrect.">
              <a:extLst>
                <a:ext uri="{FF2B5EF4-FFF2-40B4-BE49-F238E27FC236}">
                  <a16:creationId xmlns:a16="http://schemas.microsoft.com/office/drawing/2014/main" id="{A9F059DC-89AB-4D71-1D00-E39CFC0C4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9882" y="2412340"/>
              <a:ext cx="3446261" cy="3466856"/>
            </a:xfrm>
            <a:prstGeom prst="rect">
              <a:avLst/>
            </a:prstGeom>
          </p:spPr>
        </p:pic>
        <p:pic>
          <p:nvPicPr>
            <p:cNvPr id="19" name="Picture 18">
              <a:extLst>
                <a:ext uri="{FF2B5EF4-FFF2-40B4-BE49-F238E27FC236}">
                  <a16:creationId xmlns:a16="http://schemas.microsoft.com/office/drawing/2014/main" id="{F245A801-3A3D-6874-767B-CEE510BE6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2" y="1636070"/>
              <a:ext cx="6392815" cy="776270"/>
            </a:xfrm>
            <a:prstGeom prst="rect">
              <a:avLst/>
            </a:prstGeom>
          </p:spPr>
        </p:pic>
        <p:pic>
          <p:nvPicPr>
            <p:cNvPr id="20" name="Picture 19">
              <a:extLst>
                <a:ext uri="{FF2B5EF4-FFF2-40B4-BE49-F238E27FC236}">
                  <a16:creationId xmlns:a16="http://schemas.microsoft.com/office/drawing/2014/main" id="{C9857D19-8376-128B-29C5-1598376E205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43725" y="1969828"/>
              <a:ext cx="595728" cy="595728"/>
            </a:xfrm>
            <a:prstGeom prst="rect">
              <a:avLst/>
            </a:prstGeom>
          </p:spPr>
        </p:pic>
      </p:grpSp>
    </p:spTree>
    <p:extLst>
      <p:ext uri="{BB962C8B-B14F-4D97-AF65-F5344CB8AC3E}">
        <p14:creationId xmlns:p14="http://schemas.microsoft.com/office/powerpoint/2010/main" val="79935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4A723-388D-A06B-BB6A-FA51E51B5637}"/>
            </a:ext>
          </a:extLst>
        </p:cNvPr>
        <p:cNvGrpSpPr/>
        <p:nvPr/>
      </p:nvGrpSpPr>
      <p:grpSpPr>
        <a:xfrm>
          <a:off x="0" y="0"/>
          <a:ext cx="0" cy="0"/>
          <a:chOff x="0" y="0"/>
          <a:chExt cx="0" cy="0"/>
        </a:xfrm>
      </p:grpSpPr>
      <p:pic>
        <p:nvPicPr>
          <p:cNvPr id="215" name="Picture 214" descr="A close-up of a square&#10;&#10;AI-generated content may be incorrect.">
            <a:extLst>
              <a:ext uri="{FF2B5EF4-FFF2-40B4-BE49-F238E27FC236}">
                <a16:creationId xmlns:a16="http://schemas.microsoft.com/office/drawing/2014/main" id="{E447610C-AD4D-8584-1EDC-3327AFF195E6}"/>
              </a:ext>
            </a:extLst>
          </p:cNvPr>
          <p:cNvPicPr>
            <a:picLocks noChangeAspect="1"/>
          </p:cNvPicPr>
          <p:nvPr/>
        </p:nvPicPr>
        <p:blipFill>
          <a:blip r:embed="rId2">
            <a:extLst>
              <a:ext uri="{28A0092B-C50C-407E-A947-70E740481C1C}">
                <a14:useLocalDpi xmlns:a14="http://schemas.microsoft.com/office/drawing/2010/main" val="0"/>
              </a:ext>
            </a:extLst>
          </a:blip>
          <a:srcRect l="2005" t="13640" r="1641" b="12999"/>
          <a:stretch/>
        </p:blipFill>
        <p:spPr>
          <a:xfrm>
            <a:off x="8082182" y="624196"/>
            <a:ext cx="3585176" cy="377507"/>
          </a:xfrm>
          <a:prstGeom prst="rect">
            <a:avLst/>
          </a:prstGeom>
        </p:spPr>
      </p:pic>
      <p:sp>
        <p:nvSpPr>
          <p:cNvPr id="3" name="Footer Placeholder 2">
            <a:extLst>
              <a:ext uri="{FF2B5EF4-FFF2-40B4-BE49-F238E27FC236}">
                <a16:creationId xmlns:a16="http://schemas.microsoft.com/office/drawing/2014/main" id="{45270119-FA19-B26A-5DB5-34A189EB8B86}"/>
              </a:ext>
            </a:extLst>
          </p:cNvPr>
          <p:cNvSpPr>
            <a:spLocks noGrp="1"/>
          </p:cNvSpPr>
          <p:nvPr>
            <p:ph type="ftr" sz="quarter" idx="10"/>
          </p:nvPr>
        </p:nvSpPr>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0A0833FA-3129-D996-4FE4-F5F594FECE55}"/>
              </a:ext>
            </a:extLst>
          </p:cNvPr>
          <p:cNvSpPr>
            <a:spLocks noGrp="1"/>
          </p:cNvSpPr>
          <p:nvPr>
            <p:ph type="sldNum" sz="quarter" idx="11"/>
          </p:nvPr>
        </p:nvSpPr>
        <p:spPr/>
        <p:txBody>
          <a:bodyPr/>
          <a:lstStyle/>
          <a:p>
            <a:fld id="{63DCA5C9-2E11-4C67-86EB-AE1DE127DC64}" type="slidenum">
              <a:rPr lang="en-US" smtClean="0"/>
              <a:pPr/>
              <a:t>4</a:t>
            </a:fld>
            <a:endParaRPr lang="en-US"/>
          </a:p>
        </p:txBody>
      </p:sp>
      <p:sp>
        <p:nvSpPr>
          <p:cNvPr id="25" name="Title 24">
            <a:extLst>
              <a:ext uri="{FF2B5EF4-FFF2-40B4-BE49-F238E27FC236}">
                <a16:creationId xmlns:a16="http://schemas.microsoft.com/office/drawing/2014/main" id="{A0367DD1-EC1F-E23D-9DA9-3EDEE03864F5}"/>
              </a:ext>
            </a:extLst>
          </p:cNvPr>
          <p:cNvSpPr>
            <a:spLocks noGrp="1"/>
          </p:cNvSpPr>
          <p:nvPr>
            <p:ph type="title"/>
          </p:nvPr>
        </p:nvSpPr>
        <p:spPr/>
        <p:txBody>
          <a:bodyPr/>
          <a:lstStyle/>
          <a:p>
            <a:pPr marL="0" indent="-3657600" algn="l">
              <a:lnSpc>
                <a:spcPct val="100000"/>
              </a:lnSpc>
              <a:spcAft>
                <a:spcPts val="600"/>
              </a:spcAft>
            </a:pPr>
            <a:r>
              <a:rPr lang="en-US" b="1" i="0" dirty="0">
                <a:solidFill>
                  <a:schemeClr val="tx1"/>
                </a:solidFill>
                <a:latin typeface="+mn-lt"/>
                <a:ea typeface="Roboto" panose="02000000000000000000" pitchFamily="2" charset="0"/>
                <a:cs typeface="Segoe UI" panose="020B0502040204020203" pitchFamily="34" charset="0"/>
              </a:rPr>
              <a:t>Text hierarchy and adjustment</a:t>
            </a:r>
          </a:p>
        </p:txBody>
      </p:sp>
      <p:sp>
        <p:nvSpPr>
          <p:cNvPr id="26" name="Text Placeholder 25">
            <a:extLst>
              <a:ext uri="{FF2B5EF4-FFF2-40B4-BE49-F238E27FC236}">
                <a16:creationId xmlns:a16="http://schemas.microsoft.com/office/drawing/2014/main" id="{B8943E7E-10D4-2738-DCE6-161928659C4F}"/>
              </a:ext>
            </a:extLst>
          </p:cNvPr>
          <p:cNvSpPr>
            <a:spLocks noGrp="1"/>
          </p:cNvSpPr>
          <p:nvPr>
            <p:ph type="body" sz="quarter" idx="19"/>
          </p:nvPr>
        </p:nvSpPr>
        <p:spPr/>
        <p:txBody>
          <a:bodyPr/>
          <a:lstStyle/>
          <a:p>
            <a:r>
              <a:rPr lang="en-US" dirty="0"/>
              <a:t>Instructions</a:t>
            </a:r>
          </a:p>
        </p:txBody>
      </p:sp>
      <p:sp>
        <p:nvSpPr>
          <p:cNvPr id="2" name="TextBox 1">
            <a:extLst>
              <a:ext uri="{FF2B5EF4-FFF2-40B4-BE49-F238E27FC236}">
                <a16:creationId xmlns:a16="http://schemas.microsoft.com/office/drawing/2014/main" id="{43A46DF9-5CB8-7F78-775A-E2887EFA702A}"/>
              </a:ext>
            </a:extLst>
          </p:cNvPr>
          <p:cNvSpPr txBox="1"/>
          <p:nvPr/>
        </p:nvSpPr>
        <p:spPr>
          <a:xfrm>
            <a:off x="7686996" y="1642941"/>
            <a:ext cx="3911446" cy="2747864"/>
          </a:xfrm>
          <a:prstGeom prst="rect">
            <a:avLst/>
          </a:prstGeom>
          <a:noFill/>
        </p:spPr>
        <p:txBody>
          <a:bodyPr wrap="square" lIns="0" tIns="0" rIns="0" bIns="0" rtlCol="0">
            <a:noAutofit/>
          </a:bodyPr>
          <a:lstStyle/>
          <a:p>
            <a:pPr lvl="0" algn="l">
              <a:spcAft>
                <a:spcPts val="600"/>
              </a:spcAft>
            </a:pPr>
            <a:r>
              <a:rPr kumimoji="0" lang="en-US" sz="900" b="1" i="0" u="none" strike="noStrike" kern="1200" cap="all" spc="10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Section title Eyebrow – 9pt and must be all caps</a:t>
            </a:r>
            <a:br>
              <a:rPr kumimoji="0" lang="en-US" sz="900" b="0" i="0" u="none" strike="noStrike" kern="1200" cap="all" spc="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br>
            <a:endParaRPr kumimoji="0" lang="en-US" sz="900" b="0" i="0" u="none" strike="noStrike" kern="1200" cap="all" spc="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endParaRPr>
          </a:p>
          <a:p>
            <a:pPr>
              <a:spcAft>
                <a:spcPts val="1000"/>
              </a:spcAft>
            </a:pPr>
            <a:r>
              <a:rPr lang="en-US" sz="2200" b="1" dirty="0"/>
              <a:t>Headline – 22pt bold default and can be enlarged as high as 28pt, reduced as low as 20pt </a:t>
            </a:r>
          </a:p>
          <a:p>
            <a:pPr marL="9144" lvl="1" indent="0" algn="l">
              <a:spcBef>
                <a:spcPts val="0"/>
              </a:spcBef>
              <a:spcAft>
                <a:spcPts val="2800"/>
              </a:spcAft>
              <a:buNone/>
            </a:pPr>
            <a:r>
              <a:rPr lang="en-US" b="1" dirty="0">
                <a:solidFill>
                  <a:schemeClr val="tx1"/>
                </a:solidFill>
              </a:rPr>
              <a:t>Subhead</a:t>
            </a:r>
            <a:r>
              <a:rPr lang="en-US" dirty="0">
                <a:solidFill>
                  <a:schemeClr val="tx1"/>
                </a:solidFill>
              </a:rPr>
              <a:t> – 18pt bold default and can be reduced as low as 12pt. Must be 2pts larger than the body copy</a:t>
            </a:r>
          </a:p>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b="1" dirty="0"/>
              <a:t>body copy</a:t>
            </a:r>
            <a:r>
              <a:rPr lang="en-US" dirty="0"/>
              <a:t> – </a:t>
            </a:r>
            <a:r>
              <a:rPr lang="en-US" dirty="0">
                <a:solidFill>
                  <a:schemeClr val="tx1"/>
                </a:solidFill>
              </a:rPr>
              <a:t>15pt normal or bold default and can be reduced as low as 10pt. Must be 2pts smaller than the subhead</a:t>
            </a:r>
            <a:endParaRPr lang="en-US" dirty="0"/>
          </a:p>
          <a:p>
            <a:r>
              <a:rPr lang="en-US" sz="900" dirty="0"/>
              <a:t>Legal – 9pt</a:t>
            </a:r>
          </a:p>
          <a:p>
            <a:pPr algn="l"/>
            <a:endParaRPr lang="en-US" dirty="0"/>
          </a:p>
        </p:txBody>
      </p:sp>
      <p:grpSp>
        <p:nvGrpSpPr>
          <p:cNvPr id="5" name="Group 4">
            <a:extLst>
              <a:ext uri="{FF2B5EF4-FFF2-40B4-BE49-F238E27FC236}">
                <a16:creationId xmlns:a16="http://schemas.microsoft.com/office/drawing/2014/main" id="{3A02BE53-03F0-832A-07DF-1A90D8AD30F7}"/>
              </a:ext>
            </a:extLst>
          </p:cNvPr>
          <p:cNvGrpSpPr/>
          <p:nvPr/>
        </p:nvGrpSpPr>
        <p:grpSpPr>
          <a:xfrm>
            <a:off x="7059141" y="1718642"/>
            <a:ext cx="512009" cy="3847517"/>
            <a:chOff x="7059141" y="1718642"/>
            <a:chExt cx="627854" cy="3847517"/>
          </a:xfrm>
        </p:grpSpPr>
        <p:cxnSp>
          <p:nvCxnSpPr>
            <p:cNvPr id="6" name="Straight Connector 5">
              <a:extLst>
                <a:ext uri="{FF2B5EF4-FFF2-40B4-BE49-F238E27FC236}">
                  <a16:creationId xmlns:a16="http://schemas.microsoft.com/office/drawing/2014/main" id="{D24DA312-7747-E455-B9F5-279A1DBE0D93}"/>
                </a:ext>
              </a:extLst>
            </p:cNvPr>
            <p:cNvCxnSpPr>
              <a:cxnSpLocks/>
            </p:cNvCxnSpPr>
            <p:nvPr userDrawn="1"/>
          </p:nvCxnSpPr>
          <p:spPr>
            <a:xfrm>
              <a:off x="7059141" y="2308914"/>
              <a:ext cx="62785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D4DE441-EC24-E959-1E05-50B375355034}"/>
                </a:ext>
              </a:extLst>
            </p:cNvPr>
            <p:cNvCxnSpPr>
              <a:cxnSpLocks/>
            </p:cNvCxnSpPr>
            <p:nvPr userDrawn="1"/>
          </p:nvCxnSpPr>
          <p:spPr>
            <a:xfrm>
              <a:off x="7059141" y="3734134"/>
              <a:ext cx="62785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972527E-DC52-C43A-6ED2-51BED0DBD0AC}"/>
                </a:ext>
              </a:extLst>
            </p:cNvPr>
            <p:cNvCxnSpPr>
              <a:cxnSpLocks/>
            </p:cNvCxnSpPr>
            <p:nvPr userDrawn="1"/>
          </p:nvCxnSpPr>
          <p:spPr>
            <a:xfrm>
              <a:off x="7059141" y="4736023"/>
              <a:ext cx="62785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8FD2F2-E0C1-16C0-BAEE-175CB07F2BB0}"/>
                </a:ext>
              </a:extLst>
            </p:cNvPr>
            <p:cNvCxnSpPr>
              <a:cxnSpLocks/>
            </p:cNvCxnSpPr>
            <p:nvPr userDrawn="1"/>
          </p:nvCxnSpPr>
          <p:spPr>
            <a:xfrm>
              <a:off x="7059141" y="5566159"/>
              <a:ext cx="62785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A86853A-ED70-32E0-8079-9F64C0A54384}"/>
                </a:ext>
              </a:extLst>
            </p:cNvPr>
            <p:cNvCxnSpPr>
              <a:cxnSpLocks/>
            </p:cNvCxnSpPr>
            <p:nvPr userDrawn="1"/>
          </p:nvCxnSpPr>
          <p:spPr>
            <a:xfrm>
              <a:off x="7059141" y="1718642"/>
              <a:ext cx="62785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05" name="Rectangle 104">
            <a:extLst>
              <a:ext uri="{FF2B5EF4-FFF2-40B4-BE49-F238E27FC236}">
                <a16:creationId xmlns:a16="http://schemas.microsoft.com/office/drawing/2014/main" id="{1BE75E6A-03F5-26A0-A714-DE999BAE7ABB}"/>
              </a:ext>
            </a:extLst>
          </p:cNvPr>
          <p:cNvSpPr/>
          <p:nvPr/>
        </p:nvSpPr>
        <p:spPr bwMode="auto">
          <a:xfrm>
            <a:off x="5898331" y="1404927"/>
            <a:ext cx="1160804" cy="629230"/>
          </a:xfrm>
          <a:prstGeom prst="rect">
            <a:avLst/>
          </a:prstGeom>
          <a:solidFill>
            <a:schemeClr val="accent4"/>
          </a:solidFill>
          <a:ln w="6350">
            <a:solidFill>
              <a:schemeClr val="accent2"/>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106" name="Rectangle 105">
            <a:extLst>
              <a:ext uri="{FF2B5EF4-FFF2-40B4-BE49-F238E27FC236}">
                <a16:creationId xmlns:a16="http://schemas.microsoft.com/office/drawing/2014/main" id="{A6108636-DF66-C71B-5CCD-61636DE5763E}"/>
              </a:ext>
            </a:extLst>
          </p:cNvPr>
          <p:cNvSpPr/>
          <p:nvPr/>
        </p:nvSpPr>
        <p:spPr bwMode="auto">
          <a:xfrm>
            <a:off x="1543878" y="4495347"/>
            <a:ext cx="5515256" cy="1254279"/>
          </a:xfrm>
          <a:prstGeom prst="rect">
            <a:avLst/>
          </a:prstGeom>
          <a:solidFill>
            <a:schemeClr val="accent4"/>
          </a:solidFill>
          <a:ln w="6350">
            <a:solidFill>
              <a:schemeClr val="accent2"/>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107" name="Rectangle 106">
            <a:extLst>
              <a:ext uri="{FF2B5EF4-FFF2-40B4-BE49-F238E27FC236}">
                <a16:creationId xmlns:a16="http://schemas.microsoft.com/office/drawing/2014/main" id="{107712EE-503E-631E-1EF8-44380B302B3C}"/>
              </a:ext>
            </a:extLst>
          </p:cNvPr>
          <p:cNvSpPr/>
          <p:nvPr/>
        </p:nvSpPr>
        <p:spPr bwMode="auto">
          <a:xfrm>
            <a:off x="460373" y="3109607"/>
            <a:ext cx="6598762" cy="1264908"/>
          </a:xfrm>
          <a:prstGeom prst="rect">
            <a:avLst/>
          </a:prstGeom>
          <a:solidFill>
            <a:schemeClr val="accent4"/>
          </a:solidFill>
          <a:ln w="6350">
            <a:solidFill>
              <a:schemeClr val="accent2"/>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108" name="Rectangle 107">
            <a:extLst>
              <a:ext uri="{FF2B5EF4-FFF2-40B4-BE49-F238E27FC236}">
                <a16:creationId xmlns:a16="http://schemas.microsoft.com/office/drawing/2014/main" id="{4FA2A9FE-E83F-8F28-088D-496E10244801}"/>
              </a:ext>
            </a:extLst>
          </p:cNvPr>
          <p:cNvSpPr/>
          <p:nvPr/>
        </p:nvSpPr>
        <p:spPr bwMode="auto">
          <a:xfrm>
            <a:off x="460373" y="2166925"/>
            <a:ext cx="6598762" cy="814068"/>
          </a:xfrm>
          <a:prstGeom prst="rect">
            <a:avLst/>
          </a:prstGeom>
          <a:solidFill>
            <a:schemeClr val="accent4"/>
          </a:solidFill>
          <a:ln w="6350">
            <a:solidFill>
              <a:schemeClr val="accent2"/>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pic>
        <p:nvPicPr>
          <p:cNvPr id="109" name="Picture 108" descr="A blue text on a black background&#10;&#10;Description automatically generated">
            <a:extLst>
              <a:ext uri="{FF2B5EF4-FFF2-40B4-BE49-F238E27FC236}">
                <a16:creationId xmlns:a16="http://schemas.microsoft.com/office/drawing/2014/main" id="{43E0BF35-AC24-DAA7-CCF1-8260E8D7E03F}"/>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grpSp>
        <p:nvGrpSpPr>
          <p:cNvPr id="110" name="Group 109">
            <a:extLst>
              <a:ext uri="{FF2B5EF4-FFF2-40B4-BE49-F238E27FC236}">
                <a16:creationId xmlns:a16="http://schemas.microsoft.com/office/drawing/2014/main" id="{8FD08540-1B6F-7B09-6DE2-B8F9073EC589}"/>
              </a:ext>
            </a:extLst>
          </p:cNvPr>
          <p:cNvGrpSpPr/>
          <p:nvPr/>
        </p:nvGrpSpPr>
        <p:grpSpPr>
          <a:xfrm>
            <a:off x="562527" y="1536254"/>
            <a:ext cx="6381752" cy="4116324"/>
            <a:chOff x="460373" y="1780106"/>
            <a:chExt cx="5146044" cy="4116324"/>
          </a:xfrm>
        </p:grpSpPr>
        <p:grpSp>
          <p:nvGrpSpPr>
            <p:cNvPr id="111" name="Group 110">
              <a:extLst>
                <a:ext uri="{FF2B5EF4-FFF2-40B4-BE49-F238E27FC236}">
                  <a16:creationId xmlns:a16="http://schemas.microsoft.com/office/drawing/2014/main" id="{BD004508-22AD-4684-015F-C4A81B55EA77}"/>
                </a:ext>
              </a:extLst>
            </p:cNvPr>
            <p:cNvGrpSpPr/>
            <p:nvPr userDrawn="1"/>
          </p:nvGrpSpPr>
          <p:grpSpPr>
            <a:xfrm>
              <a:off x="460373" y="3480052"/>
              <a:ext cx="748623" cy="469478"/>
              <a:chOff x="467578" y="2747475"/>
              <a:chExt cx="925462" cy="580379"/>
            </a:xfrm>
          </p:grpSpPr>
          <p:sp>
            <p:nvSpPr>
              <p:cNvPr id="192" name="Rectangle 191">
                <a:extLst>
                  <a:ext uri="{FF2B5EF4-FFF2-40B4-BE49-F238E27FC236}">
                    <a16:creationId xmlns:a16="http://schemas.microsoft.com/office/drawing/2014/main" id="{AFA5233C-482C-D0E2-1815-85D4BADAA828}"/>
                  </a:ext>
                </a:extLst>
              </p:cNvPr>
              <p:cNvSpPr/>
              <p:nvPr userDrawn="1"/>
            </p:nvSpPr>
            <p:spPr>
              <a:xfrm rot="16200000">
                <a:off x="802815" y="2412242"/>
                <a:ext cx="254991" cy="92545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tx1"/>
                    </a:solidFill>
                    <a:latin typeface="Arial" panose="020B0604020202020204" pitchFamily="34" charset="0"/>
                  </a:rPr>
                  <a:t>Aa</a:t>
                </a:r>
              </a:p>
            </p:txBody>
          </p:sp>
          <p:sp>
            <p:nvSpPr>
              <p:cNvPr id="193" name="TextBox 192">
                <a:extLst>
                  <a:ext uri="{FF2B5EF4-FFF2-40B4-BE49-F238E27FC236}">
                    <a16:creationId xmlns:a16="http://schemas.microsoft.com/office/drawing/2014/main" id="{3D887A8B-C0FB-7F1D-91A1-0795A4120ECB}"/>
                  </a:ext>
                </a:extLst>
              </p:cNvPr>
              <p:cNvSpPr txBox="1"/>
              <p:nvPr userDrawn="1"/>
            </p:nvSpPr>
            <p:spPr>
              <a:xfrm>
                <a:off x="467578" y="3072870"/>
                <a:ext cx="925458"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grpSp>
        <p:grpSp>
          <p:nvGrpSpPr>
            <p:cNvPr id="112" name="Group 111">
              <a:extLst>
                <a:ext uri="{FF2B5EF4-FFF2-40B4-BE49-F238E27FC236}">
                  <a16:creationId xmlns:a16="http://schemas.microsoft.com/office/drawing/2014/main" id="{C0BEA3BF-3A79-F8FE-1327-B4841F03EF11}"/>
                </a:ext>
              </a:extLst>
            </p:cNvPr>
            <p:cNvGrpSpPr/>
            <p:nvPr userDrawn="1"/>
          </p:nvGrpSpPr>
          <p:grpSpPr>
            <a:xfrm>
              <a:off x="1339941" y="3480055"/>
              <a:ext cx="748618" cy="469474"/>
              <a:chOff x="467578" y="2747480"/>
              <a:chExt cx="748452" cy="580374"/>
            </a:xfrm>
          </p:grpSpPr>
          <p:sp>
            <p:nvSpPr>
              <p:cNvPr id="190" name="Rectangle 189">
                <a:extLst>
                  <a:ext uri="{FF2B5EF4-FFF2-40B4-BE49-F238E27FC236}">
                    <a16:creationId xmlns:a16="http://schemas.microsoft.com/office/drawing/2014/main" id="{DEEDEC9A-F926-B263-3B1F-BDD54AEEDA4A}"/>
                  </a:ext>
                </a:extLst>
              </p:cNvPr>
              <p:cNvSpPr/>
              <p:nvPr userDrawn="1"/>
            </p:nvSpPr>
            <p:spPr>
              <a:xfrm rot="16200000">
                <a:off x="714310" y="2500749"/>
                <a:ext cx="254989" cy="748451"/>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tx2"/>
                    </a:solidFill>
                    <a:latin typeface="Arial" panose="020B0604020202020204" pitchFamily="34" charset="0"/>
                  </a:rPr>
                  <a:t>Aa</a:t>
                </a:r>
              </a:p>
            </p:txBody>
          </p:sp>
          <p:sp>
            <p:nvSpPr>
              <p:cNvPr id="191" name="TextBox 190">
                <a:extLst>
                  <a:ext uri="{FF2B5EF4-FFF2-40B4-BE49-F238E27FC236}">
                    <a16:creationId xmlns:a16="http://schemas.microsoft.com/office/drawing/2014/main" id="{F961D520-000D-E423-D154-FD93ED9C3599}"/>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Highlight Blue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grpSp>
        <p:grpSp>
          <p:nvGrpSpPr>
            <p:cNvPr id="113" name="Group 112">
              <a:extLst>
                <a:ext uri="{FF2B5EF4-FFF2-40B4-BE49-F238E27FC236}">
                  <a16:creationId xmlns:a16="http://schemas.microsoft.com/office/drawing/2014/main" id="{090ED2FA-D4C0-726E-F4C2-E8CB9BAB78A4}"/>
                </a:ext>
              </a:extLst>
            </p:cNvPr>
            <p:cNvGrpSpPr/>
            <p:nvPr userDrawn="1"/>
          </p:nvGrpSpPr>
          <p:grpSpPr>
            <a:xfrm>
              <a:off x="2219504" y="3480056"/>
              <a:ext cx="748616" cy="469473"/>
              <a:chOff x="467578" y="2747481"/>
              <a:chExt cx="748452" cy="580373"/>
            </a:xfrm>
          </p:grpSpPr>
          <p:sp>
            <p:nvSpPr>
              <p:cNvPr id="188" name="Rectangle 187">
                <a:extLst>
                  <a:ext uri="{FF2B5EF4-FFF2-40B4-BE49-F238E27FC236}">
                    <a16:creationId xmlns:a16="http://schemas.microsoft.com/office/drawing/2014/main" id="{F9493DD0-204D-6F15-EF00-C3D493275210}"/>
                  </a:ext>
                </a:extLst>
              </p:cNvPr>
              <p:cNvSpPr/>
              <p:nvPr userDrawn="1"/>
            </p:nvSpPr>
            <p:spPr>
              <a:xfrm rot="16200000">
                <a:off x="714311" y="2500749"/>
                <a:ext cx="254988" cy="74845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accent1"/>
                    </a:solidFill>
                    <a:latin typeface="Arial" panose="020B0604020202020204" pitchFamily="34" charset="0"/>
                  </a:rPr>
                  <a:t>Aa</a:t>
                </a:r>
              </a:p>
            </p:txBody>
          </p:sp>
          <p:sp>
            <p:nvSpPr>
              <p:cNvPr id="189" name="TextBox 188">
                <a:extLst>
                  <a:ext uri="{FF2B5EF4-FFF2-40B4-BE49-F238E27FC236}">
                    <a16:creationId xmlns:a16="http://schemas.microsoft.com/office/drawing/2014/main" id="{5EFA4E73-AAC8-1FF9-B923-5E0B394F633C}"/>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Highlight Magenta on White</a:t>
                </a:r>
              </a:p>
            </p:txBody>
          </p:sp>
        </p:grpSp>
        <p:grpSp>
          <p:nvGrpSpPr>
            <p:cNvPr id="114" name="Group 113">
              <a:extLst>
                <a:ext uri="{FF2B5EF4-FFF2-40B4-BE49-F238E27FC236}">
                  <a16:creationId xmlns:a16="http://schemas.microsoft.com/office/drawing/2014/main" id="{1C045D3A-0AE8-07F4-1AF4-252E8C93440D}"/>
                </a:ext>
              </a:extLst>
            </p:cNvPr>
            <p:cNvGrpSpPr/>
            <p:nvPr userDrawn="1"/>
          </p:nvGrpSpPr>
          <p:grpSpPr>
            <a:xfrm>
              <a:off x="3977843" y="3480058"/>
              <a:ext cx="748619" cy="474195"/>
              <a:chOff x="467578" y="2741644"/>
              <a:chExt cx="748452" cy="586210"/>
            </a:xfrm>
          </p:grpSpPr>
          <p:sp>
            <p:nvSpPr>
              <p:cNvPr id="186" name="Rectangle 185">
                <a:extLst>
                  <a:ext uri="{FF2B5EF4-FFF2-40B4-BE49-F238E27FC236}">
                    <a16:creationId xmlns:a16="http://schemas.microsoft.com/office/drawing/2014/main" id="{3A0F6D69-3B12-D620-0BB3-E4A5983D78F8}"/>
                  </a:ext>
                </a:extLst>
              </p:cNvPr>
              <p:cNvSpPr/>
              <p:nvPr userDrawn="1"/>
            </p:nvSpPr>
            <p:spPr>
              <a:xfrm rot="16200000">
                <a:off x="711393" y="2497830"/>
                <a:ext cx="260824" cy="748451"/>
              </a:xfrm>
              <a:prstGeom prst="rect">
                <a:avLst/>
              </a:prstGeom>
              <a:solidFill>
                <a:schemeClr val="tx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bg1"/>
                    </a:solidFill>
                    <a:latin typeface="Arial" panose="020B0604020202020204" pitchFamily="34" charset="0"/>
                  </a:rPr>
                  <a:t>Aa</a:t>
                </a:r>
              </a:p>
            </p:txBody>
          </p:sp>
          <p:sp>
            <p:nvSpPr>
              <p:cNvPr id="187" name="TextBox 186">
                <a:extLst>
                  <a:ext uri="{FF2B5EF4-FFF2-40B4-BE49-F238E27FC236}">
                    <a16:creationId xmlns:a16="http://schemas.microsoft.com/office/drawing/2014/main" id="{3A7EA761-D9D5-CC02-7BD2-05ACE04006A9}"/>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Grounded Blue</a:t>
                </a:r>
              </a:p>
            </p:txBody>
          </p:sp>
        </p:grpSp>
        <p:grpSp>
          <p:nvGrpSpPr>
            <p:cNvPr id="115" name="Group 114">
              <a:extLst>
                <a:ext uri="{FF2B5EF4-FFF2-40B4-BE49-F238E27FC236}">
                  <a16:creationId xmlns:a16="http://schemas.microsoft.com/office/drawing/2014/main" id="{D58392BA-5278-80ED-E0C0-B911BEAF74FD}"/>
                </a:ext>
              </a:extLst>
            </p:cNvPr>
            <p:cNvGrpSpPr/>
            <p:nvPr userDrawn="1"/>
          </p:nvGrpSpPr>
          <p:grpSpPr>
            <a:xfrm>
              <a:off x="2219106" y="4024080"/>
              <a:ext cx="748619" cy="469476"/>
              <a:chOff x="467578" y="2747478"/>
              <a:chExt cx="748452" cy="580376"/>
            </a:xfrm>
          </p:grpSpPr>
          <p:sp>
            <p:nvSpPr>
              <p:cNvPr id="184" name="Rectangle 183">
                <a:extLst>
                  <a:ext uri="{FF2B5EF4-FFF2-40B4-BE49-F238E27FC236}">
                    <a16:creationId xmlns:a16="http://schemas.microsoft.com/office/drawing/2014/main" id="{82BE7AD3-C91B-44DC-A51A-07841DC558D3}"/>
                  </a:ext>
                </a:extLst>
              </p:cNvPr>
              <p:cNvSpPr/>
              <p:nvPr userDrawn="1"/>
            </p:nvSpPr>
            <p:spPr>
              <a:xfrm rot="16200000">
                <a:off x="714310" y="2500747"/>
                <a:ext cx="254990" cy="74845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bg1"/>
                    </a:solidFill>
                    <a:latin typeface="Arial" panose="020B0604020202020204" pitchFamily="34" charset="0"/>
                  </a:rPr>
                  <a:t>Aa</a:t>
                </a:r>
              </a:p>
            </p:txBody>
          </p:sp>
          <p:sp>
            <p:nvSpPr>
              <p:cNvPr id="185" name="TextBox 184">
                <a:extLst>
                  <a:ext uri="{FF2B5EF4-FFF2-40B4-BE49-F238E27FC236}">
                    <a16:creationId xmlns:a16="http://schemas.microsoft.com/office/drawing/2014/main" id="{8BAB8AFD-C8DA-5E39-6FDD-1A01F0094981}"/>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Dark Gray</a:t>
                </a:r>
              </a:p>
            </p:txBody>
          </p:sp>
        </p:grpSp>
        <p:grpSp>
          <p:nvGrpSpPr>
            <p:cNvPr id="116" name="Group 115">
              <a:extLst>
                <a:ext uri="{FF2B5EF4-FFF2-40B4-BE49-F238E27FC236}">
                  <a16:creationId xmlns:a16="http://schemas.microsoft.com/office/drawing/2014/main" id="{F80060F4-A133-D86A-B02D-500C5AA99CCE}"/>
                </a:ext>
              </a:extLst>
            </p:cNvPr>
            <p:cNvGrpSpPr/>
            <p:nvPr userDrawn="1"/>
          </p:nvGrpSpPr>
          <p:grpSpPr>
            <a:xfrm>
              <a:off x="3098672" y="4024080"/>
              <a:ext cx="748618" cy="469474"/>
              <a:chOff x="467578" y="2747480"/>
              <a:chExt cx="748452" cy="580374"/>
            </a:xfrm>
            <a:solidFill>
              <a:schemeClr val="accent3"/>
            </a:solidFill>
          </p:grpSpPr>
          <p:sp>
            <p:nvSpPr>
              <p:cNvPr id="182" name="Rectangle 181">
                <a:extLst>
                  <a:ext uri="{FF2B5EF4-FFF2-40B4-BE49-F238E27FC236}">
                    <a16:creationId xmlns:a16="http://schemas.microsoft.com/office/drawing/2014/main" id="{22BC2CBC-39A0-BE86-A198-C82F27CC0B6B}"/>
                  </a:ext>
                </a:extLst>
              </p:cNvPr>
              <p:cNvSpPr/>
              <p:nvPr userDrawn="1"/>
            </p:nvSpPr>
            <p:spPr>
              <a:xfrm rot="16200000">
                <a:off x="714310" y="2500749"/>
                <a:ext cx="254989" cy="748451"/>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tx1"/>
                    </a:solidFill>
                    <a:latin typeface="Arial" panose="020B0604020202020204" pitchFamily="34" charset="0"/>
                  </a:rPr>
                  <a:t>Aa</a:t>
                </a:r>
              </a:p>
            </p:txBody>
          </p:sp>
          <p:sp>
            <p:nvSpPr>
              <p:cNvPr id="183" name="TextBox 182">
                <a:extLst>
                  <a:ext uri="{FF2B5EF4-FFF2-40B4-BE49-F238E27FC236}">
                    <a16:creationId xmlns:a16="http://schemas.microsoft.com/office/drawing/2014/main" id="{6F472CCA-0CCA-F49B-4491-9523E947CDF8}"/>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Medium Gray</a:t>
                </a:r>
              </a:p>
            </p:txBody>
          </p:sp>
        </p:grpSp>
        <p:grpSp>
          <p:nvGrpSpPr>
            <p:cNvPr id="117" name="Group 116">
              <a:extLst>
                <a:ext uri="{FF2B5EF4-FFF2-40B4-BE49-F238E27FC236}">
                  <a16:creationId xmlns:a16="http://schemas.microsoft.com/office/drawing/2014/main" id="{AD6C5C80-9E16-2AA1-F381-38E6831EF94F}"/>
                </a:ext>
              </a:extLst>
            </p:cNvPr>
            <p:cNvGrpSpPr/>
            <p:nvPr userDrawn="1"/>
          </p:nvGrpSpPr>
          <p:grpSpPr>
            <a:xfrm>
              <a:off x="3978238" y="4024080"/>
              <a:ext cx="748616" cy="469474"/>
              <a:chOff x="467578" y="2747480"/>
              <a:chExt cx="748452" cy="580374"/>
            </a:xfrm>
            <a:solidFill>
              <a:schemeClr val="accent3"/>
            </a:solidFill>
          </p:grpSpPr>
          <p:sp>
            <p:nvSpPr>
              <p:cNvPr id="180" name="Rectangle 179">
                <a:extLst>
                  <a:ext uri="{FF2B5EF4-FFF2-40B4-BE49-F238E27FC236}">
                    <a16:creationId xmlns:a16="http://schemas.microsoft.com/office/drawing/2014/main" id="{A808DA47-7609-022A-D02C-2330D88A27A5}"/>
                  </a:ext>
                </a:extLst>
              </p:cNvPr>
              <p:cNvSpPr/>
              <p:nvPr userDrawn="1"/>
            </p:nvSpPr>
            <p:spPr>
              <a:xfrm rot="16200000">
                <a:off x="714310" y="2500749"/>
                <a:ext cx="254989" cy="74845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tx1"/>
                    </a:solidFill>
                    <a:latin typeface="Arial" panose="020B0604020202020204" pitchFamily="34" charset="0"/>
                  </a:rPr>
                  <a:t>Aa</a:t>
                </a:r>
              </a:p>
            </p:txBody>
          </p:sp>
          <p:sp>
            <p:nvSpPr>
              <p:cNvPr id="181" name="TextBox 180">
                <a:extLst>
                  <a:ext uri="{FF2B5EF4-FFF2-40B4-BE49-F238E27FC236}">
                    <a16:creationId xmlns:a16="http://schemas.microsoft.com/office/drawing/2014/main" id="{C3199739-B3CD-196C-0ABF-FBD482412C68}"/>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Light Gray</a:t>
                </a:r>
              </a:p>
            </p:txBody>
          </p:sp>
        </p:grpSp>
        <p:grpSp>
          <p:nvGrpSpPr>
            <p:cNvPr id="118" name="Group 117">
              <a:extLst>
                <a:ext uri="{FF2B5EF4-FFF2-40B4-BE49-F238E27FC236}">
                  <a16:creationId xmlns:a16="http://schemas.microsoft.com/office/drawing/2014/main" id="{AE672C21-7950-C114-0E21-87ADFB9524FC}"/>
                </a:ext>
              </a:extLst>
            </p:cNvPr>
            <p:cNvGrpSpPr/>
            <p:nvPr userDrawn="1"/>
          </p:nvGrpSpPr>
          <p:grpSpPr>
            <a:xfrm>
              <a:off x="1339937" y="4024080"/>
              <a:ext cx="748613" cy="469470"/>
              <a:chOff x="467578" y="2747485"/>
              <a:chExt cx="748451" cy="580369"/>
            </a:xfrm>
            <a:solidFill>
              <a:schemeClr val="accent3"/>
            </a:solidFill>
          </p:grpSpPr>
          <p:sp>
            <p:nvSpPr>
              <p:cNvPr id="178" name="Rectangle 177">
                <a:extLst>
                  <a:ext uri="{FF2B5EF4-FFF2-40B4-BE49-F238E27FC236}">
                    <a16:creationId xmlns:a16="http://schemas.microsoft.com/office/drawing/2014/main" id="{A20F3160-1AC4-977E-6FB9-EA1DBAD3F352}"/>
                  </a:ext>
                </a:extLst>
              </p:cNvPr>
              <p:cNvSpPr/>
              <p:nvPr userDrawn="1"/>
            </p:nvSpPr>
            <p:spPr>
              <a:xfrm rot="16200000">
                <a:off x="714312" y="2500751"/>
                <a:ext cx="254984" cy="74845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bg1"/>
                    </a:solidFill>
                    <a:latin typeface="Arial" panose="020B0604020202020204" pitchFamily="34" charset="0"/>
                  </a:rPr>
                  <a:t>Aa</a:t>
                </a:r>
              </a:p>
            </p:txBody>
          </p:sp>
          <p:sp>
            <p:nvSpPr>
              <p:cNvPr id="179" name="TextBox 178">
                <a:extLst>
                  <a:ext uri="{FF2B5EF4-FFF2-40B4-BE49-F238E27FC236}">
                    <a16:creationId xmlns:a16="http://schemas.microsoft.com/office/drawing/2014/main" id="{AA681A30-390F-D0AE-FF24-6B11547FF3D0}"/>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Highlight Magenta</a:t>
                </a:r>
              </a:p>
            </p:txBody>
          </p:sp>
        </p:grpSp>
        <p:grpSp>
          <p:nvGrpSpPr>
            <p:cNvPr id="119" name="Group 118">
              <a:extLst>
                <a:ext uri="{FF2B5EF4-FFF2-40B4-BE49-F238E27FC236}">
                  <a16:creationId xmlns:a16="http://schemas.microsoft.com/office/drawing/2014/main" id="{9505EA9F-5200-A523-D3DE-8195034F7D0F}"/>
                </a:ext>
              </a:extLst>
            </p:cNvPr>
            <p:cNvGrpSpPr/>
            <p:nvPr userDrawn="1"/>
          </p:nvGrpSpPr>
          <p:grpSpPr>
            <a:xfrm>
              <a:off x="4857409" y="3480058"/>
              <a:ext cx="748617" cy="474192"/>
              <a:chOff x="467578" y="2741647"/>
              <a:chExt cx="748451" cy="586207"/>
            </a:xfrm>
          </p:grpSpPr>
          <p:sp>
            <p:nvSpPr>
              <p:cNvPr id="176" name="Rectangle 175">
                <a:extLst>
                  <a:ext uri="{FF2B5EF4-FFF2-40B4-BE49-F238E27FC236}">
                    <a16:creationId xmlns:a16="http://schemas.microsoft.com/office/drawing/2014/main" id="{54A9E118-331F-296B-EE62-9988C61D5738}"/>
                  </a:ext>
                </a:extLst>
              </p:cNvPr>
              <p:cNvSpPr/>
              <p:nvPr userDrawn="1"/>
            </p:nvSpPr>
            <p:spPr>
              <a:xfrm rot="16200000">
                <a:off x="711393" y="2497832"/>
                <a:ext cx="260822" cy="748451"/>
              </a:xfrm>
              <a:prstGeom prst="rect">
                <a:avLst/>
              </a:prstGeom>
              <a:solidFill>
                <a:schemeClr val="tx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accent1"/>
                    </a:solidFill>
                    <a:latin typeface="Arial" panose="020B0604020202020204" pitchFamily="34" charset="0"/>
                  </a:rPr>
                  <a:t>Aa</a:t>
                </a:r>
              </a:p>
            </p:txBody>
          </p:sp>
          <p:sp>
            <p:nvSpPr>
              <p:cNvPr id="177" name="TextBox 176">
                <a:extLst>
                  <a:ext uri="{FF2B5EF4-FFF2-40B4-BE49-F238E27FC236}">
                    <a16:creationId xmlns:a16="http://schemas.microsoft.com/office/drawing/2014/main" id="{9531A674-3FD4-7C8C-7961-DD2F065CF73A}"/>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Highlight Magenta on Grounded Blue</a:t>
                </a:r>
              </a:p>
            </p:txBody>
          </p:sp>
        </p:grpSp>
        <p:grpSp>
          <p:nvGrpSpPr>
            <p:cNvPr id="120" name="Group 119">
              <a:extLst>
                <a:ext uri="{FF2B5EF4-FFF2-40B4-BE49-F238E27FC236}">
                  <a16:creationId xmlns:a16="http://schemas.microsoft.com/office/drawing/2014/main" id="{DAB8F847-7170-79C1-E190-2739E98736A5}"/>
                </a:ext>
              </a:extLst>
            </p:cNvPr>
            <p:cNvGrpSpPr/>
            <p:nvPr userDrawn="1"/>
          </p:nvGrpSpPr>
          <p:grpSpPr>
            <a:xfrm>
              <a:off x="4857803" y="4024080"/>
              <a:ext cx="748614" cy="469471"/>
              <a:chOff x="467578" y="2747483"/>
              <a:chExt cx="748452" cy="580371"/>
            </a:xfrm>
            <a:solidFill>
              <a:schemeClr val="accent3"/>
            </a:solidFill>
          </p:grpSpPr>
          <p:sp>
            <p:nvSpPr>
              <p:cNvPr id="174" name="Rectangle 173">
                <a:extLst>
                  <a:ext uri="{FF2B5EF4-FFF2-40B4-BE49-F238E27FC236}">
                    <a16:creationId xmlns:a16="http://schemas.microsoft.com/office/drawing/2014/main" id="{7DC1F3EE-A8D4-6601-56B4-AC83A0743F77}"/>
                  </a:ext>
                </a:extLst>
              </p:cNvPr>
              <p:cNvSpPr/>
              <p:nvPr userDrawn="1"/>
            </p:nvSpPr>
            <p:spPr>
              <a:xfrm rot="16200000">
                <a:off x="714313" y="2500749"/>
                <a:ext cx="254983" cy="74845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tx2"/>
                    </a:solidFill>
                    <a:latin typeface="Arial" panose="020B0604020202020204" pitchFamily="34" charset="0"/>
                  </a:rPr>
                  <a:t>Aa</a:t>
                </a:r>
              </a:p>
            </p:txBody>
          </p:sp>
          <p:sp>
            <p:nvSpPr>
              <p:cNvPr id="175" name="TextBox 174">
                <a:extLst>
                  <a:ext uri="{FF2B5EF4-FFF2-40B4-BE49-F238E27FC236}">
                    <a16:creationId xmlns:a16="http://schemas.microsoft.com/office/drawing/2014/main" id="{0F7E8CC1-E5F3-A606-FE81-5E93137A6941}"/>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Highlight Blue on Light Gray</a:t>
                </a:r>
              </a:p>
            </p:txBody>
          </p:sp>
        </p:grpSp>
        <p:grpSp>
          <p:nvGrpSpPr>
            <p:cNvPr id="121" name="Group 120">
              <a:extLst>
                <a:ext uri="{FF2B5EF4-FFF2-40B4-BE49-F238E27FC236}">
                  <a16:creationId xmlns:a16="http://schemas.microsoft.com/office/drawing/2014/main" id="{7B465283-6865-7FAC-68C3-948DEA24B128}"/>
                </a:ext>
              </a:extLst>
            </p:cNvPr>
            <p:cNvGrpSpPr/>
            <p:nvPr userDrawn="1"/>
          </p:nvGrpSpPr>
          <p:grpSpPr>
            <a:xfrm>
              <a:off x="460373" y="4024078"/>
              <a:ext cx="748616" cy="469474"/>
              <a:chOff x="467578" y="2747480"/>
              <a:chExt cx="748452" cy="580374"/>
            </a:xfrm>
            <a:solidFill>
              <a:schemeClr val="accent3"/>
            </a:solidFill>
          </p:grpSpPr>
          <p:sp>
            <p:nvSpPr>
              <p:cNvPr id="172" name="Rectangle 171">
                <a:extLst>
                  <a:ext uri="{FF2B5EF4-FFF2-40B4-BE49-F238E27FC236}">
                    <a16:creationId xmlns:a16="http://schemas.microsoft.com/office/drawing/2014/main" id="{C6A4BAF9-DB6F-BEC6-8419-A3C7C853497A}"/>
                  </a:ext>
                </a:extLst>
              </p:cNvPr>
              <p:cNvSpPr/>
              <p:nvPr userDrawn="1"/>
            </p:nvSpPr>
            <p:spPr>
              <a:xfrm rot="16200000">
                <a:off x="714310" y="2500749"/>
                <a:ext cx="254989" cy="748451"/>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bg1"/>
                    </a:solidFill>
                    <a:latin typeface="Arial" panose="020B0604020202020204" pitchFamily="34" charset="0"/>
                  </a:rPr>
                  <a:t>Aa</a:t>
                </a:r>
              </a:p>
            </p:txBody>
          </p:sp>
          <p:sp>
            <p:nvSpPr>
              <p:cNvPr id="173" name="TextBox 172">
                <a:extLst>
                  <a:ext uri="{FF2B5EF4-FFF2-40B4-BE49-F238E27FC236}">
                    <a16:creationId xmlns:a16="http://schemas.microsoft.com/office/drawing/2014/main" id="{643CAEAD-7C5C-A1DE-5BB3-B5533AC189F3}"/>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Highlight Blue</a:t>
                </a:r>
              </a:p>
            </p:txBody>
          </p:sp>
        </p:grpSp>
        <p:grpSp>
          <p:nvGrpSpPr>
            <p:cNvPr id="122" name="Group 121">
              <a:extLst>
                <a:ext uri="{FF2B5EF4-FFF2-40B4-BE49-F238E27FC236}">
                  <a16:creationId xmlns:a16="http://schemas.microsoft.com/office/drawing/2014/main" id="{1D8D6FF2-2101-FF12-3F8D-AFB06C2A66B8}"/>
                </a:ext>
              </a:extLst>
            </p:cNvPr>
            <p:cNvGrpSpPr/>
            <p:nvPr userDrawn="1"/>
          </p:nvGrpSpPr>
          <p:grpSpPr>
            <a:xfrm>
              <a:off x="3099067" y="3480058"/>
              <a:ext cx="748614" cy="469469"/>
              <a:chOff x="467578" y="2747486"/>
              <a:chExt cx="748452" cy="580368"/>
            </a:xfrm>
          </p:grpSpPr>
          <p:sp>
            <p:nvSpPr>
              <p:cNvPr id="170" name="Rectangle 169">
                <a:extLst>
                  <a:ext uri="{FF2B5EF4-FFF2-40B4-BE49-F238E27FC236}">
                    <a16:creationId xmlns:a16="http://schemas.microsoft.com/office/drawing/2014/main" id="{4685EC0E-946E-3C86-65EC-CFDB944DDE9D}"/>
                  </a:ext>
                </a:extLst>
              </p:cNvPr>
              <p:cNvSpPr/>
              <p:nvPr userDrawn="1"/>
            </p:nvSpPr>
            <p:spPr>
              <a:xfrm rot="16200000">
                <a:off x="714314" y="2500751"/>
                <a:ext cx="254982" cy="748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600" b="1" i="0" spc="300">
                    <a:solidFill>
                      <a:schemeClr val="accent2"/>
                    </a:solidFill>
                    <a:latin typeface="Arial" panose="020B0604020202020204" pitchFamily="34" charset="0"/>
                  </a:rPr>
                  <a:t>Aa</a:t>
                </a:r>
              </a:p>
            </p:txBody>
          </p:sp>
          <p:sp>
            <p:nvSpPr>
              <p:cNvPr id="171" name="TextBox 170">
                <a:extLst>
                  <a:ext uri="{FF2B5EF4-FFF2-40B4-BE49-F238E27FC236}">
                    <a16:creationId xmlns:a16="http://schemas.microsoft.com/office/drawing/2014/main" id="{F4364963-DC5E-882C-2B5E-4BA87F2F8C33}"/>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Dark Gray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grpSp>
        <p:grpSp>
          <p:nvGrpSpPr>
            <p:cNvPr id="123" name="Group 122">
              <a:extLst>
                <a:ext uri="{FF2B5EF4-FFF2-40B4-BE49-F238E27FC236}">
                  <a16:creationId xmlns:a16="http://schemas.microsoft.com/office/drawing/2014/main" id="{78EC48A5-6A7A-F094-4299-C02D20C07E3F}"/>
                </a:ext>
              </a:extLst>
            </p:cNvPr>
            <p:cNvGrpSpPr/>
            <p:nvPr userDrawn="1"/>
          </p:nvGrpSpPr>
          <p:grpSpPr>
            <a:xfrm>
              <a:off x="4857412" y="1780106"/>
              <a:ext cx="748614" cy="415786"/>
              <a:chOff x="467578" y="2813850"/>
              <a:chExt cx="748452" cy="514004"/>
            </a:xfrm>
          </p:grpSpPr>
          <p:sp>
            <p:nvSpPr>
              <p:cNvPr id="168" name="Rectangle 167">
                <a:extLst>
                  <a:ext uri="{FF2B5EF4-FFF2-40B4-BE49-F238E27FC236}">
                    <a16:creationId xmlns:a16="http://schemas.microsoft.com/office/drawing/2014/main" id="{4D33BF37-68C6-65A9-6BBF-F0A8A8F59F5D}"/>
                  </a:ext>
                </a:extLst>
              </p:cNvPr>
              <p:cNvSpPr/>
              <p:nvPr userDrawn="1"/>
            </p:nvSpPr>
            <p:spPr>
              <a:xfrm rot="16200000">
                <a:off x="747496" y="2533933"/>
                <a:ext cx="188618" cy="748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900" b="0" i="0" spc="300">
                    <a:solidFill>
                      <a:schemeClr val="accent2"/>
                    </a:solidFill>
                    <a:latin typeface="Arial" panose="020B0604020202020204" pitchFamily="34" charset="0"/>
                  </a:rPr>
                  <a:t>AA</a:t>
                </a:r>
              </a:p>
            </p:txBody>
          </p:sp>
          <p:sp>
            <p:nvSpPr>
              <p:cNvPr id="169" name="TextBox 168">
                <a:extLst>
                  <a:ext uri="{FF2B5EF4-FFF2-40B4-BE49-F238E27FC236}">
                    <a16:creationId xmlns:a16="http://schemas.microsoft.com/office/drawing/2014/main" id="{188A7165-9D3B-C7C7-2925-DA6F47BB0762}"/>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Dark Gray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grpSp>
        <p:grpSp>
          <p:nvGrpSpPr>
            <p:cNvPr id="124" name="Group 123">
              <a:extLst>
                <a:ext uri="{FF2B5EF4-FFF2-40B4-BE49-F238E27FC236}">
                  <a16:creationId xmlns:a16="http://schemas.microsoft.com/office/drawing/2014/main" id="{7DE3DB02-A29A-ADF3-9834-91C946777E53}"/>
                </a:ext>
              </a:extLst>
            </p:cNvPr>
            <p:cNvGrpSpPr/>
            <p:nvPr userDrawn="1"/>
          </p:nvGrpSpPr>
          <p:grpSpPr>
            <a:xfrm>
              <a:off x="460374" y="2539746"/>
              <a:ext cx="748626" cy="577568"/>
              <a:chOff x="467578" y="2613851"/>
              <a:chExt cx="925465" cy="714003"/>
            </a:xfrm>
          </p:grpSpPr>
          <p:sp>
            <p:nvSpPr>
              <p:cNvPr id="166" name="Rectangle 165">
                <a:extLst>
                  <a:ext uri="{FF2B5EF4-FFF2-40B4-BE49-F238E27FC236}">
                    <a16:creationId xmlns:a16="http://schemas.microsoft.com/office/drawing/2014/main" id="{98DA084E-9705-FD2D-BC8A-25B9F2EB24F7}"/>
                  </a:ext>
                </a:extLst>
              </p:cNvPr>
              <p:cNvSpPr/>
              <p:nvPr userDrawn="1"/>
            </p:nvSpPr>
            <p:spPr>
              <a:xfrm rot="16200000">
                <a:off x="736008" y="2345429"/>
                <a:ext cx="388613" cy="925457"/>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2000" b="1" i="0" spc="300">
                    <a:solidFill>
                      <a:schemeClr val="tx1"/>
                    </a:solidFill>
                    <a:latin typeface="Arial" panose="020B0604020202020204" pitchFamily="34" charset="0"/>
                  </a:rPr>
                  <a:t>Aa</a:t>
                </a:r>
              </a:p>
            </p:txBody>
          </p:sp>
          <p:sp>
            <p:nvSpPr>
              <p:cNvPr id="167" name="TextBox 166">
                <a:extLst>
                  <a:ext uri="{FF2B5EF4-FFF2-40B4-BE49-F238E27FC236}">
                    <a16:creationId xmlns:a16="http://schemas.microsoft.com/office/drawing/2014/main" id="{E2B8B680-84E8-7E19-ADBB-BBDBAADEF369}"/>
                  </a:ext>
                </a:extLst>
              </p:cNvPr>
              <p:cNvSpPr txBox="1"/>
              <p:nvPr userDrawn="1"/>
            </p:nvSpPr>
            <p:spPr>
              <a:xfrm>
                <a:off x="467578" y="3072870"/>
                <a:ext cx="925458"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grpSp>
        <p:grpSp>
          <p:nvGrpSpPr>
            <p:cNvPr id="125" name="Group 124">
              <a:extLst>
                <a:ext uri="{FF2B5EF4-FFF2-40B4-BE49-F238E27FC236}">
                  <a16:creationId xmlns:a16="http://schemas.microsoft.com/office/drawing/2014/main" id="{6DE0C5DF-101E-9A41-775E-E198C48BA0D2}"/>
                </a:ext>
              </a:extLst>
            </p:cNvPr>
            <p:cNvGrpSpPr/>
            <p:nvPr userDrawn="1"/>
          </p:nvGrpSpPr>
          <p:grpSpPr>
            <a:xfrm>
              <a:off x="1339937" y="2539747"/>
              <a:ext cx="748620" cy="564274"/>
              <a:chOff x="467578" y="2630286"/>
              <a:chExt cx="748453" cy="697568"/>
            </a:xfrm>
          </p:grpSpPr>
          <p:sp>
            <p:nvSpPr>
              <p:cNvPr id="164" name="Rectangle 163">
                <a:extLst>
                  <a:ext uri="{FF2B5EF4-FFF2-40B4-BE49-F238E27FC236}">
                    <a16:creationId xmlns:a16="http://schemas.microsoft.com/office/drawing/2014/main" id="{C363A765-16A2-2F8A-03F2-E32229B59753}"/>
                  </a:ext>
                </a:extLst>
              </p:cNvPr>
              <p:cNvSpPr/>
              <p:nvPr userDrawn="1"/>
            </p:nvSpPr>
            <p:spPr>
              <a:xfrm rot="16200000">
                <a:off x="655715" y="2442151"/>
                <a:ext cx="372182" cy="748451"/>
              </a:xfrm>
              <a:prstGeom prst="rect">
                <a:avLst/>
              </a:prstGeom>
              <a:solidFill>
                <a:schemeClr val="tx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2000" b="1" i="0" spc="300">
                    <a:solidFill>
                      <a:schemeClr val="bg1"/>
                    </a:solidFill>
                    <a:latin typeface="Arial" panose="020B0604020202020204" pitchFamily="34" charset="0"/>
                  </a:rPr>
                  <a:t>Aa</a:t>
                </a:r>
              </a:p>
            </p:txBody>
          </p:sp>
          <p:sp>
            <p:nvSpPr>
              <p:cNvPr id="165" name="TextBox 164">
                <a:extLst>
                  <a:ext uri="{FF2B5EF4-FFF2-40B4-BE49-F238E27FC236}">
                    <a16:creationId xmlns:a16="http://schemas.microsoft.com/office/drawing/2014/main" id="{8AB0B2A5-454A-8D0D-68C0-07450DE11F11}"/>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Grounded Blue</a:t>
                </a:r>
              </a:p>
            </p:txBody>
          </p:sp>
        </p:grpSp>
        <p:grpSp>
          <p:nvGrpSpPr>
            <p:cNvPr id="126" name="Group 125">
              <a:extLst>
                <a:ext uri="{FF2B5EF4-FFF2-40B4-BE49-F238E27FC236}">
                  <a16:creationId xmlns:a16="http://schemas.microsoft.com/office/drawing/2014/main" id="{85B4F5BA-208E-80F9-C8D4-3764695040A4}"/>
                </a:ext>
              </a:extLst>
            </p:cNvPr>
            <p:cNvGrpSpPr/>
            <p:nvPr userDrawn="1"/>
          </p:nvGrpSpPr>
          <p:grpSpPr>
            <a:xfrm>
              <a:off x="2219111" y="2539747"/>
              <a:ext cx="748615" cy="564271"/>
              <a:chOff x="467578" y="2630290"/>
              <a:chExt cx="748451" cy="697564"/>
            </a:xfrm>
            <a:solidFill>
              <a:schemeClr val="accent3"/>
            </a:solidFill>
          </p:grpSpPr>
          <p:sp>
            <p:nvSpPr>
              <p:cNvPr id="162" name="Rectangle 161">
                <a:extLst>
                  <a:ext uri="{FF2B5EF4-FFF2-40B4-BE49-F238E27FC236}">
                    <a16:creationId xmlns:a16="http://schemas.microsoft.com/office/drawing/2014/main" id="{83EA521E-57B2-372C-D4A6-244839B4D7CB}"/>
                  </a:ext>
                </a:extLst>
              </p:cNvPr>
              <p:cNvSpPr/>
              <p:nvPr userDrawn="1"/>
            </p:nvSpPr>
            <p:spPr>
              <a:xfrm rot="16200000">
                <a:off x="655715" y="2442153"/>
                <a:ext cx="372177" cy="748451"/>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2000" b="1" i="0" spc="300">
                    <a:solidFill>
                      <a:schemeClr val="bg1"/>
                    </a:solidFill>
                    <a:latin typeface="Arial" panose="020B0604020202020204" pitchFamily="34" charset="0"/>
                  </a:rPr>
                  <a:t>Aa</a:t>
                </a:r>
              </a:p>
            </p:txBody>
          </p:sp>
          <p:sp>
            <p:nvSpPr>
              <p:cNvPr id="163" name="TextBox 162">
                <a:extLst>
                  <a:ext uri="{FF2B5EF4-FFF2-40B4-BE49-F238E27FC236}">
                    <a16:creationId xmlns:a16="http://schemas.microsoft.com/office/drawing/2014/main" id="{DFEB6084-E499-52C4-DB77-CBB13C556283}"/>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Highlight Blue</a:t>
                </a:r>
              </a:p>
            </p:txBody>
          </p:sp>
        </p:grpSp>
        <p:grpSp>
          <p:nvGrpSpPr>
            <p:cNvPr id="127" name="Group 126">
              <a:extLst>
                <a:ext uri="{FF2B5EF4-FFF2-40B4-BE49-F238E27FC236}">
                  <a16:creationId xmlns:a16="http://schemas.microsoft.com/office/drawing/2014/main" id="{F3499318-83AC-F5D7-2B68-C9148681CA49}"/>
                </a:ext>
              </a:extLst>
            </p:cNvPr>
            <p:cNvGrpSpPr/>
            <p:nvPr userDrawn="1"/>
          </p:nvGrpSpPr>
          <p:grpSpPr>
            <a:xfrm>
              <a:off x="3098674" y="2539749"/>
              <a:ext cx="748614" cy="564266"/>
              <a:chOff x="467578" y="2630296"/>
              <a:chExt cx="748452" cy="697558"/>
            </a:xfrm>
            <a:solidFill>
              <a:schemeClr val="accent3"/>
            </a:solidFill>
          </p:grpSpPr>
          <p:sp>
            <p:nvSpPr>
              <p:cNvPr id="160" name="Rectangle 159">
                <a:extLst>
                  <a:ext uri="{FF2B5EF4-FFF2-40B4-BE49-F238E27FC236}">
                    <a16:creationId xmlns:a16="http://schemas.microsoft.com/office/drawing/2014/main" id="{AA880D8A-D900-B138-AD08-BA5124F81A4E}"/>
                  </a:ext>
                </a:extLst>
              </p:cNvPr>
              <p:cNvSpPr/>
              <p:nvPr userDrawn="1"/>
            </p:nvSpPr>
            <p:spPr>
              <a:xfrm rot="16200000">
                <a:off x="655719" y="2442156"/>
                <a:ext cx="372172" cy="74845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2000" b="1" i="0" spc="300">
                    <a:solidFill>
                      <a:schemeClr val="bg1"/>
                    </a:solidFill>
                    <a:latin typeface="Arial" panose="020B0604020202020204" pitchFamily="34" charset="0"/>
                  </a:rPr>
                  <a:t>Aa</a:t>
                </a:r>
              </a:p>
            </p:txBody>
          </p:sp>
          <p:sp>
            <p:nvSpPr>
              <p:cNvPr id="161" name="TextBox 160">
                <a:extLst>
                  <a:ext uri="{FF2B5EF4-FFF2-40B4-BE49-F238E27FC236}">
                    <a16:creationId xmlns:a16="http://schemas.microsoft.com/office/drawing/2014/main" id="{5839C266-EA26-89F1-5053-93572B154A59}"/>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Highlight Magenta</a:t>
                </a:r>
              </a:p>
            </p:txBody>
          </p:sp>
        </p:grpSp>
        <p:grpSp>
          <p:nvGrpSpPr>
            <p:cNvPr id="128" name="Group 127">
              <a:extLst>
                <a:ext uri="{FF2B5EF4-FFF2-40B4-BE49-F238E27FC236}">
                  <a16:creationId xmlns:a16="http://schemas.microsoft.com/office/drawing/2014/main" id="{81FCC292-C715-E069-35F5-9F9919AF8745}"/>
                </a:ext>
              </a:extLst>
            </p:cNvPr>
            <p:cNvGrpSpPr/>
            <p:nvPr userDrawn="1"/>
          </p:nvGrpSpPr>
          <p:grpSpPr>
            <a:xfrm>
              <a:off x="3980263" y="2539754"/>
              <a:ext cx="748618" cy="564266"/>
              <a:chOff x="467578" y="2630297"/>
              <a:chExt cx="748452" cy="697557"/>
            </a:xfrm>
            <a:solidFill>
              <a:schemeClr val="accent3"/>
            </a:solidFill>
          </p:grpSpPr>
          <p:sp>
            <p:nvSpPr>
              <p:cNvPr id="158" name="Rectangle 157">
                <a:extLst>
                  <a:ext uri="{FF2B5EF4-FFF2-40B4-BE49-F238E27FC236}">
                    <a16:creationId xmlns:a16="http://schemas.microsoft.com/office/drawing/2014/main" id="{20ABE0BF-D5B2-18D1-0584-D4DCFA85CD08}"/>
                  </a:ext>
                </a:extLst>
              </p:cNvPr>
              <p:cNvSpPr/>
              <p:nvPr userDrawn="1"/>
            </p:nvSpPr>
            <p:spPr>
              <a:xfrm rot="16200000">
                <a:off x="655720" y="2442156"/>
                <a:ext cx="372169" cy="748451"/>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2000" b="1" i="0" spc="300">
                    <a:solidFill>
                      <a:schemeClr val="tx1"/>
                    </a:solidFill>
                    <a:latin typeface="Arial" panose="020B0604020202020204" pitchFamily="34" charset="0"/>
                  </a:rPr>
                  <a:t>Aa</a:t>
                </a:r>
              </a:p>
            </p:txBody>
          </p:sp>
          <p:sp>
            <p:nvSpPr>
              <p:cNvPr id="159" name="TextBox 158">
                <a:extLst>
                  <a:ext uri="{FF2B5EF4-FFF2-40B4-BE49-F238E27FC236}">
                    <a16:creationId xmlns:a16="http://schemas.microsoft.com/office/drawing/2014/main" id="{756AFB7C-5CF7-2417-5546-5DBC501C155A}"/>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Medium Gray</a:t>
                </a:r>
              </a:p>
            </p:txBody>
          </p:sp>
        </p:grpSp>
        <p:grpSp>
          <p:nvGrpSpPr>
            <p:cNvPr id="129" name="Group 128">
              <a:extLst>
                <a:ext uri="{FF2B5EF4-FFF2-40B4-BE49-F238E27FC236}">
                  <a16:creationId xmlns:a16="http://schemas.microsoft.com/office/drawing/2014/main" id="{C4BAB317-0B57-B836-5CAD-B550C18741AD}"/>
                </a:ext>
              </a:extLst>
            </p:cNvPr>
            <p:cNvGrpSpPr/>
            <p:nvPr userDrawn="1"/>
          </p:nvGrpSpPr>
          <p:grpSpPr>
            <a:xfrm>
              <a:off x="1339732" y="4882935"/>
              <a:ext cx="1627992" cy="469478"/>
              <a:chOff x="-619515" y="2747475"/>
              <a:chExt cx="2012555" cy="580379"/>
            </a:xfrm>
          </p:grpSpPr>
          <p:sp>
            <p:nvSpPr>
              <p:cNvPr id="154" name="Rectangle 153">
                <a:extLst>
                  <a:ext uri="{FF2B5EF4-FFF2-40B4-BE49-F238E27FC236}">
                    <a16:creationId xmlns:a16="http://schemas.microsoft.com/office/drawing/2014/main" id="{D8875837-358A-7F01-AFAF-C3DCD81BD1BB}"/>
                  </a:ext>
                </a:extLst>
              </p:cNvPr>
              <p:cNvSpPr/>
              <p:nvPr userDrawn="1"/>
            </p:nvSpPr>
            <p:spPr>
              <a:xfrm rot="16200000">
                <a:off x="802815" y="2412242"/>
                <a:ext cx="254991" cy="925458"/>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tx2"/>
                    </a:solidFill>
                    <a:latin typeface="Arial" panose="020B0604020202020204" pitchFamily="34" charset="0"/>
                  </a:rPr>
                  <a:t>Aa</a:t>
                </a:r>
              </a:p>
            </p:txBody>
          </p:sp>
          <p:sp>
            <p:nvSpPr>
              <p:cNvPr id="155" name="TextBox 154">
                <a:extLst>
                  <a:ext uri="{FF2B5EF4-FFF2-40B4-BE49-F238E27FC236}">
                    <a16:creationId xmlns:a16="http://schemas.microsoft.com/office/drawing/2014/main" id="{EBEDA2D1-44FF-5FD0-C3B8-9CCBDCFE002D}"/>
                  </a:ext>
                </a:extLst>
              </p:cNvPr>
              <p:cNvSpPr txBox="1"/>
              <p:nvPr userDrawn="1"/>
            </p:nvSpPr>
            <p:spPr>
              <a:xfrm>
                <a:off x="467578" y="3072870"/>
                <a:ext cx="925458"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Highlight Blue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sp>
            <p:nvSpPr>
              <p:cNvPr id="156" name="Rectangle 155">
                <a:extLst>
                  <a:ext uri="{FF2B5EF4-FFF2-40B4-BE49-F238E27FC236}">
                    <a16:creationId xmlns:a16="http://schemas.microsoft.com/office/drawing/2014/main" id="{9D5A0E0C-5FF6-67DE-17F9-77D597AF7F2D}"/>
                  </a:ext>
                </a:extLst>
              </p:cNvPr>
              <p:cNvSpPr/>
              <p:nvPr userDrawn="1"/>
            </p:nvSpPr>
            <p:spPr>
              <a:xfrm rot="16200000">
                <a:off x="-284280" y="2412243"/>
                <a:ext cx="254991" cy="92545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tx1"/>
                    </a:solidFill>
                    <a:latin typeface="Arial" panose="020B0604020202020204" pitchFamily="34" charset="0"/>
                  </a:rPr>
                  <a:t>Aa</a:t>
                </a:r>
              </a:p>
            </p:txBody>
          </p:sp>
          <p:sp>
            <p:nvSpPr>
              <p:cNvPr id="157" name="TextBox 156">
                <a:extLst>
                  <a:ext uri="{FF2B5EF4-FFF2-40B4-BE49-F238E27FC236}">
                    <a16:creationId xmlns:a16="http://schemas.microsoft.com/office/drawing/2014/main" id="{932666DC-EBAE-82AA-B68A-2F9888EDE6FD}"/>
                  </a:ext>
                </a:extLst>
              </p:cNvPr>
              <p:cNvSpPr txBox="1"/>
              <p:nvPr userDrawn="1"/>
            </p:nvSpPr>
            <p:spPr>
              <a:xfrm>
                <a:off x="-619515" y="3072870"/>
                <a:ext cx="925458"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on White</a:t>
                </a:r>
              </a:p>
            </p:txBody>
          </p:sp>
        </p:grpSp>
        <p:grpSp>
          <p:nvGrpSpPr>
            <p:cNvPr id="130" name="Group 129">
              <a:extLst>
                <a:ext uri="{FF2B5EF4-FFF2-40B4-BE49-F238E27FC236}">
                  <a16:creationId xmlns:a16="http://schemas.microsoft.com/office/drawing/2014/main" id="{AE4D7198-F8C1-9EC2-37C7-86FBBEA359CA}"/>
                </a:ext>
              </a:extLst>
            </p:cNvPr>
            <p:cNvGrpSpPr/>
            <p:nvPr userDrawn="1"/>
          </p:nvGrpSpPr>
          <p:grpSpPr>
            <a:xfrm>
              <a:off x="3098270" y="4878218"/>
              <a:ext cx="748619" cy="474195"/>
              <a:chOff x="467578" y="2741644"/>
              <a:chExt cx="748452" cy="586210"/>
            </a:xfrm>
          </p:grpSpPr>
          <p:sp>
            <p:nvSpPr>
              <p:cNvPr id="152" name="Rectangle 151">
                <a:extLst>
                  <a:ext uri="{FF2B5EF4-FFF2-40B4-BE49-F238E27FC236}">
                    <a16:creationId xmlns:a16="http://schemas.microsoft.com/office/drawing/2014/main" id="{5481952F-F4E1-E916-B404-13D788992465}"/>
                  </a:ext>
                </a:extLst>
              </p:cNvPr>
              <p:cNvSpPr/>
              <p:nvPr userDrawn="1"/>
            </p:nvSpPr>
            <p:spPr>
              <a:xfrm rot="16200000">
                <a:off x="711393" y="2497830"/>
                <a:ext cx="260824" cy="748451"/>
              </a:xfrm>
              <a:prstGeom prst="rect">
                <a:avLst/>
              </a:prstGeom>
              <a:solidFill>
                <a:schemeClr val="tx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bg1"/>
                    </a:solidFill>
                    <a:latin typeface="Arial" panose="020B0604020202020204" pitchFamily="34" charset="0"/>
                  </a:rPr>
                  <a:t>Aa</a:t>
                </a:r>
              </a:p>
            </p:txBody>
          </p:sp>
          <p:sp>
            <p:nvSpPr>
              <p:cNvPr id="153" name="TextBox 152">
                <a:extLst>
                  <a:ext uri="{FF2B5EF4-FFF2-40B4-BE49-F238E27FC236}">
                    <a16:creationId xmlns:a16="http://schemas.microsoft.com/office/drawing/2014/main" id="{735EF449-D71B-15FF-FC6B-C658D2603B12}"/>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Grounded Blue</a:t>
                </a:r>
              </a:p>
            </p:txBody>
          </p:sp>
        </p:grpSp>
        <p:grpSp>
          <p:nvGrpSpPr>
            <p:cNvPr id="131" name="Group 130">
              <a:extLst>
                <a:ext uri="{FF2B5EF4-FFF2-40B4-BE49-F238E27FC236}">
                  <a16:creationId xmlns:a16="http://schemas.microsoft.com/office/drawing/2014/main" id="{A0C310A2-ABAD-72D7-C209-8817DABC3103}"/>
                </a:ext>
              </a:extLst>
            </p:cNvPr>
            <p:cNvGrpSpPr/>
            <p:nvPr userDrawn="1"/>
          </p:nvGrpSpPr>
          <p:grpSpPr>
            <a:xfrm>
              <a:off x="2219100" y="5426954"/>
              <a:ext cx="748619" cy="469476"/>
              <a:chOff x="467578" y="2747478"/>
              <a:chExt cx="748452" cy="580376"/>
            </a:xfrm>
          </p:grpSpPr>
          <p:sp>
            <p:nvSpPr>
              <p:cNvPr id="150" name="Rectangle 149">
                <a:extLst>
                  <a:ext uri="{FF2B5EF4-FFF2-40B4-BE49-F238E27FC236}">
                    <a16:creationId xmlns:a16="http://schemas.microsoft.com/office/drawing/2014/main" id="{A549E830-10C3-B1A8-D637-2F87956D08BA}"/>
                  </a:ext>
                </a:extLst>
              </p:cNvPr>
              <p:cNvSpPr/>
              <p:nvPr userDrawn="1"/>
            </p:nvSpPr>
            <p:spPr>
              <a:xfrm rot="16200000">
                <a:off x="714310" y="2500747"/>
                <a:ext cx="254990" cy="74845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1" i="0" spc="300">
                    <a:solidFill>
                      <a:schemeClr val="bg1"/>
                    </a:solidFill>
                    <a:latin typeface="Arial" panose="020B0604020202020204" pitchFamily="34" charset="0"/>
                  </a:rPr>
                  <a:t>Aa</a:t>
                </a:r>
              </a:p>
            </p:txBody>
          </p:sp>
          <p:sp>
            <p:nvSpPr>
              <p:cNvPr id="151" name="TextBox 150">
                <a:extLst>
                  <a:ext uri="{FF2B5EF4-FFF2-40B4-BE49-F238E27FC236}">
                    <a16:creationId xmlns:a16="http://schemas.microsoft.com/office/drawing/2014/main" id="{D355355B-F271-32BB-9398-63D22BC2335A}"/>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Dark Gray</a:t>
                </a:r>
              </a:p>
            </p:txBody>
          </p:sp>
        </p:grpSp>
        <p:grpSp>
          <p:nvGrpSpPr>
            <p:cNvPr id="132" name="Group 131">
              <a:extLst>
                <a:ext uri="{FF2B5EF4-FFF2-40B4-BE49-F238E27FC236}">
                  <a16:creationId xmlns:a16="http://schemas.microsoft.com/office/drawing/2014/main" id="{B4377FCF-E226-481A-1A1B-697E417B7408}"/>
                </a:ext>
              </a:extLst>
            </p:cNvPr>
            <p:cNvGrpSpPr/>
            <p:nvPr userDrawn="1"/>
          </p:nvGrpSpPr>
          <p:grpSpPr>
            <a:xfrm>
              <a:off x="3098666" y="5426955"/>
              <a:ext cx="748618" cy="469474"/>
              <a:chOff x="467578" y="2747480"/>
              <a:chExt cx="748452" cy="580374"/>
            </a:xfrm>
            <a:solidFill>
              <a:schemeClr val="accent3"/>
            </a:solidFill>
          </p:grpSpPr>
          <p:sp>
            <p:nvSpPr>
              <p:cNvPr id="148" name="Rectangle 147">
                <a:extLst>
                  <a:ext uri="{FF2B5EF4-FFF2-40B4-BE49-F238E27FC236}">
                    <a16:creationId xmlns:a16="http://schemas.microsoft.com/office/drawing/2014/main" id="{D87C826B-7A4D-FD4B-490A-4D0B261797B7}"/>
                  </a:ext>
                </a:extLst>
              </p:cNvPr>
              <p:cNvSpPr/>
              <p:nvPr userDrawn="1"/>
            </p:nvSpPr>
            <p:spPr>
              <a:xfrm rot="16200000">
                <a:off x="714310" y="2500749"/>
                <a:ext cx="254989" cy="748451"/>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tx1"/>
                    </a:solidFill>
                    <a:latin typeface="Arial" panose="020B0604020202020204" pitchFamily="34" charset="0"/>
                  </a:rPr>
                  <a:t>Aa</a:t>
                </a:r>
              </a:p>
            </p:txBody>
          </p:sp>
          <p:sp>
            <p:nvSpPr>
              <p:cNvPr id="149" name="TextBox 148">
                <a:extLst>
                  <a:ext uri="{FF2B5EF4-FFF2-40B4-BE49-F238E27FC236}">
                    <a16:creationId xmlns:a16="http://schemas.microsoft.com/office/drawing/2014/main" id="{430475D7-1D26-202A-F1EC-89BCAE7354C1}"/>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Medium Gray</a:t>
                </a:r>
              </a:p>
            </p:txBody>
          </p:sp>
        </p:grpSp>
        <p:grpSp>
          <p:nvGrpSpPr>
            <p:cNvPr id="133" name="Group 132">
              <a:extLst>
                <a:ext uri="{FF2B5EF4-FFF2-40B4-BE49-F238E27FC236}">
                  <a16:creationId xmlns:a16="http://schemas.microsoft.com/office/drawing/2014/main" id="{ABE614FA-C161-E170-F910-1B31923C15C9}"/>
                </a:ext>
              </a:extLst>
            </p:cNvPr>
            <p:cNvGrpSpPr/>
            <p:nvPr userDrawn="1"/>
          </p:nvGrpSpPr>
          <p:grpSpPr>
            <a:xfrm>
              <a:off x="3978232" y="5426955"/>
              <a:ext cx="748616" cy="469474"/>
              <a:chOff x="467578" y="2747480"/>
              <a:chExt cx="748452" cy="580374"/>
            </a:xfrm>
            <a:solidFill>
              <a:schemeClr val="accent3"/>
            </a:solidFill>
          </p:grpSpPr>
          <p:sp>
            <p:nvSpPr>
              <p:cNvPr id="146" name="Rectangle 145">
                <a:extLst>
                  <a:ext uri="{FF2B5EF4-FFF2-40B4-BE49-F238E27FC236}">
                    <a16:creationId xmlns:a16="http://schemas.microsoft.com/office/drawing/2014/main" id="{454C14F5-E07C-4765-D731-79331680919D}"/>
                  </a:ext>
                </a:extLst>
              </p:cNvPr>
              <p:cNvSpPr/>
              <p:nvPr userDrawn="1"/>
            </p:nvSpPr>
            <p:spPr>
              <a:xfrm rot="16200000">
                <a:off x="714310" y="2500749"/>
                <a:ext cx="254989" cy="74845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tx1"/>
                    </a:solidFill>
                    <a:latin typeface="Arial" panose="020B0604020202020204" pitchFamily="34" charset="0"/>
                  </a:rPr>
                  <a:t>Aa</a:t>
                </a:r>
              </a:p>
            </p:txBody>
          </p:sp>
          <p:sp>
            <p:nvSpPr>
              <p:cNvPr id="147" name="TextBox 146">
                <a:extLst>
                  <a:ext uri="{FF2B5EF4-FFF2-40B4-BE49-F238E27FC236}">
                    <a16:creationId xmlns:a16="http://schemas.microsoft.com/office/drawing/2014/main" id="{D4224BDA-4222-C4A4-3204-4230E78D4A8C}"/>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Light Gray</a:t>
                </a:r>
              </a:p>
            </p:txBody>
          </p:sp>
        </p:grpSp>
        <p:grpSp>
          <p:nvGrpSpPr>
            <p:cNvPr id="134" name="Group 133">
              <a:extLst>
                <a:ext uri="{FF2B5EF4-FFF2-40B4-BE49-F238E27FC236}">
                  <a16:creationId xmlns:a16="http://schemas.microsoft.com/office/drawing/2014/main" id="{87DA0D66-E780-A61E-C72F-FFF2E79C9AE6}"/>
                </a:ext>
              </a:extLst>
            </p:cNvPr>
            <p:cNvGrpSpPr/>
            <p:nvPr userDrawn="1"/>
          </p:nvGrpSpPr>
          <p:grpSpPr>
            <a:xfrm>
              <a:off x="4857006" y="4878222"/>
              <a:ext cx="748613" cy="469470"/>
              <a:chOff x="467578" y="2747485"/>
              <a:chExt cx="748451" cy="580369"/>
            </a:xfrm>
            <a:solidFill>
              <a:schemeClr val="accent3"/>
            </a:solidFill>
          </p:grpSpPr>
          <p:sp>
            <p:nvSpPr>
              <p:cNvPr id="144" name="Rectangle 143">
                <a:extLst>
                  <a:ext uri="{FF2B5EF4-FFF2-40B4-BE49-F238E27FC236}">
                    <a16:creationId xmlns:a16="http://schemas.microsoft.com/office/drawing/2014/main" id="{9693B13C-D838-32D4-FB23-A52B60B12411}"/>
                  </a:ext>
                </a:extLst>
              </p:cNvPr>
              <p:cNvSpPr/>
              <p:nvPr userDrawn="1"/>
            </p:nvSpPr>
            <p:spPr>
              <a:xfrm rot="16200000">
                <a:off x="714312" y="2500751"/>
                <a:ext cx="254984" cy="74845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tx1"/>
                    </a:solidFill>
                    <a:latin typeface="Arial" panose="020B0604020202020204" pitchFamily="34" charset="0"/>
                  </a:rPr>
                  <a:t>Aa</a:t>
                </a:r>
              </a:p>
            </p:txBody>
          </p:sp>
          <p:sp>
            <p:nvSpPr>
              <p:cNvPr id="145" name="TextBox 144">
                <a:extLst>
                  <a:ext uri="{FF2B5EF4-FFF2-40B4-BE49-F238E27FC236}">
                    <a16:creationId xmlns:a16="http://schemas.microsoft.com/office/drawing/2014/main" id="{A733835B-FC75-5580-CA73-235A1E0E2E54}"/>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Highlight Magenta</a:t>
                </a:r>
              </a:p>
            </p:txBody>
          </p:sp>
        </p:grpSp>
        <p:grpSp>
          <p:nvGrpSpPr>
            <p:cNvPr id="135" name="Group 134">
              <a:extLst>
                <a:ext uri="{FF2B5EF4-FFF2-40B4-BE49-F238E27FC236}">
                  <a16:creationId xmlns:a16="http://schemas.microsoft.com/office/drawing/2014/main" id="{6F40B1FC-B786-DC43-647D-55DE3AA108DD}"/>
                </a:ext>
              </a:extLst>
            </p:cNvPr>
            <p:cNvGrpSpPr/>
            <p:nvPr userDrawn="1"/>
          </p:nvGrpSpPr>
          <p:grpSpPr>
            <a:xfrm>
              <a:off x="4857797" y="5426956"/>
              <a:ext cx="748614" cy="469471"/>
              <a:chOff x="467578" y="2747483"/>
              <a:chExt cx="748452" cy="580371"/>
            </a:xfrm>
            <a:solidFill>
              <a:schemeClr val="accent3"/>
            </a:solidFill>
          </p:grpSpPr>
          <p:sp>
            <p:nvSpPr>
              <p:cNvPr id="142" name="Rectangle 141">
                <a:extLst>
                  <a:ext uri="{FF2B5EF4-FFF2-40B4-BE49-F238E27FC236}">
                    <a16:creationId xmlns:a16="http://schemas.microsoft.com/office/drawing/2014/main" id="{A0977D1A-94D5-CA61-1791-EDA6F733D1A7}"/>
                  </a:ext>
                </a:extLst>
              </p:cNvPr>
              <p:cNvSpPr/>
              <p:nvPr userDrawn="1"/>
            </p:nvSpPr>
            <p:spPr>
              <a:xfrm rot="16200000">
                <a:off x="714313" y="2500749"/>
                <a:ext cx="254983" cy="74845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tx2"/>
                    </a:solidFill>
                    <a:latin typeface="Arial" panose="020B0604020202020204" pitchFamily="34" charset="0"/>
                  </a:rPr>
                  <a:t>Aa</a:t>
                </a:r>
              </a:p>
            </p:txBody>
          </p:sp>
          <p:sp>
            <p:nvSpPr>
              <p:cNvPr id="143" name="TextBox 142">
                <a:extLst>
                  <a:ext uri="{FF2B5EF4-FFF2-40B4-BE49-F238E27FC236}">
                    <a16:creationId xmlns:a16="http://schemas.microsoft.com/office/drawing/2014/main" id="{C7B86BBD-F0DB-7F7B-6BA9-DA3364E469CE}"/>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Highlight Blue on Light Gray</a:t>
                </a:r>
              </a:p>
            </p:txBody>
          </p:sp>
        </p:grpSp>
        <p:grpSp>
          <p:nvGrpSpPr>
            <p:cNvPr id="136" name="Group 135">
              <a:extLst>
                <a:ext uri="{FF2B5EF4-FFF2-40B4-BE49-F238E27FC236}">
                  <a16:creationId xmlns:a16="http://schemas.microsoft.com/office/drawing/2014/main" id="{9D2A0DFB-AAB9-EC58-467B-A74233902380}"/>
                </a:ext>
              </a:extLst>
            </p:cNvPr>
            <p:cNvGrpSpPr/>
            <p:nvPr userDrawn="1"/>
          </p:nvGrpSpPr>
          <p:grpSpPr>
            <a:xfrm>
              <a:off x="3977442" y="4878220"/>
              <a:ext cx="748616" cy="469474"/>
              <a:chOff x="467578" y="2747480"/>
              <a:chExt cx="748452" cy="580374"/>
            </a:xfrm>
            <a:solidFill>
              <a:schemeClr val="accent3"/>
            </a:solidFill>
          </p:grpSpPr>
          <p:sp>
            <p:nvSpPr>
              <p:cNvPr id="140" name="Rectangle 139">
                <a:extLst>
                  <a:ext uri="{FF2B5EF4-FFF2-40B4-BE49-F238E27FC236}">
                    <a16:creationId xmlns:a16="http://schemas.microsoft.com/office/drawing/2014/main" id="{F90A82B8-9387-22E4-0C7E-8A8834568B4A}"/>
                  </a:ext>
                </a:extLst>
              </p:cNvPr>
              <p:cNvSpPr/>
              <p:nvPr userDrawn="1"/>
            </p:nvSpPr>
            <p:spPr>
              <a:xfrm rot="16200000">
                <a:off x="714310" y="2500749"/>
                <a:ext cx="254989" cy="748451"/>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1400" b="0" i="0" spc="300">
                    <a:solidFill>
                      <a:schemeClr val="bg1"/>
                    </a:solidFill>
                    <a:latin typeface="Arial" panose="020B0604020202020204" pitchFamily="34" charset="0"/>
                  </a:rPr>
                  <a:t>Aa</a:t>
                </a:r>
              </a:p>
            </p:txBody>
          </p:sp>
          <p:sp>
            <p:nvSpPr>
              <p:cNvPr id="141" name="TextBox 140">
                <a:extLst>
                  <a:ext uri="{FF2B5EF4-FFF2-40B4-BE49-F238E27FC236}">
                    <a16:creationId xmlns:a16="http://schemas.microsoft.com/office/drawing/2014/main" id="{842CD7B5-CD73-9C9A-965D-938A880C01AB}"/>
                  </a:ext>
                </a:extLst>
              </p:cNvPr>
              <p:cNvSpPr txBox="1"/>
              <p:nvPr userDrawn="1"/>
            </p:nvSpPr>
            <p:spPr>
              <a:xfrm>
                <a:off x="467578" y="3072870"/>
                <a:ext cx="748451"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White on </a:t>
                </a:r>
                <a:br>
                  <a:rPr lang="en-US" sz="700" b="0" i="0" spc="0" baseline="0">
                    <a:solidFill>
                      <a:schemeClr val="tx1"/>
                    </a:solidFill>
                    <a:latin typeface="+mj-lt"/>
                    <a:ea typeface="Verdana" panose="020B0604030504040204" pitchFamily="34" charset="0"/>
                    <a:cs typeface="Arial" panose="020B0604020202020204" pitchFamily="34" charset="0"/>
                  </a:rPr>
                </a:br>
                <a:r>
                  <a:rPr lang="en-US" sz="700" b="0" i="0" spc="0" baseline="0">
                    <a:solidFill>
                      <a:schemeClr val="tx1"/>
                    </a:solidFill>
                    <a:latin typeface="+mj-lt"/>
                    <a:ea typeface="Verdana" panose="020B0604030504040204" pitchFamily="34" charset="0"/>
                    <a:cs typeface="Arial" panose="020B0604020202020204" pitchFamily="34" charset="0"/>
                  </a:rPr>
                  <a:t>Highlight Blue</a:t>
                </a:r>
              </a:p>
            </p:txBody>
          </p:sp>
        </p:grpSp>
        <p:grpSp>
          <p:nvGrpSpPr>
            <p:cNvPr id="137" name="Group 136">
              <a:extLst>
                <a:ext uri="{FF2B5EF4-FFF2-40B4-BE49-F238E27FC236}">
                  <a16:creationId xmlns:a16="http://schemas.microsoft.com/office/drawing/2014/main" id="{35B3AE6C-63BE-80B9-6A02-8DAE48EE93E4}"/>
                </a:ext>
              </a:extLst>
            </p:cNvPr>
            <p:cNvGrpSpPr/>
            <p:nvPr userDrawn="1"/>
          </p:nvGrpSpPr>
          <p:grpSpPr>
            <a:xfrm>
              <a:off x="4857406" y="2539746"/>
              <a:ext cx="748626" cy="577568"/>
              <a:chOff x="467578" y="2613851"/>
              <a:chExt cx="925465" cy="714003"/>
            </a:xfrm>
          </p:grpSpPr>
          <p:sp>
            <p:nvSpPr>
              <p:cNvPr id="138" name="Rectangle 137">
                <a:extLst>
                  <a:ext uri="{FF2B5EF4-FFF2-40B4-BE49-F238E27FC236}">
                    <a16:creationId xmlns:a16="http://schemas.microsoft.com/office/drawing/2014/main" id="{3775B437-EF0A-A06E-D294-B730EF1F7F94}"/>
                  </a:ext>
                </a:extLst>
              </p:cNvPr>
              <p:cNvSpPr/>
              <p:nvPr userDrawn="1"/>
            </p:nvSpPr>
            <p:spPr>
              <a:xfrm rot="16200000">
                <a:off x="736008" y="2345429"/>
                <a:ext cx="388613" cy="925457"/>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vert="vert" lIns="0" tIns="36000" rIns="0" bIns="0" rtlCol="0" anchor="ctr"/>
              <a:lstStyle/>
              <a:p>
                <a:pPr algn="ctr"/>
                <a:r>
                  <a:rPr lang="en-US" sz="2000" b="1" i="0" spc="300">
                    <a:solidFill>
                      <a:schemeClr val="tx1"/>
                    </a:solidFill>
                    <a:latin typeface="Arial" panose="020B0604020202020204" pitchFamily="34" charset="0"/>
                  </a:rPr>
                  <a:t>Aa</a:t>
                </a:r>
              </a:p>
            </p:txBody>
          </p:sp>
          <p:sp>
            <p:nvSpPr>
              <p:cNvPr id="139" name="TextBox 138">
                <a:extLst>
                  <a:ext uri="{FF2B5EF4-FFF2-40B4-BE49-F238E27FC236}">
                    <a16:creationId xmlns:a16="http://schemas.microsoft.com/office/drawing/2014/main" id="{43E883CB-0174-4F16-900B-7F594A00D15F}"/>
                  </a:ext>
                </a:extLst>
              </p:cNvPr>
              <p:cNvSpPr txBox="1"/>
              <p:nvPr userDrawn="1"/>
            </p:nvSpPr>
            <p:spPr>
              <a:xfrm>
                <a:off x="467578" y="3072870"/>
                <a:ext cx="925458" cy="254984"/>
              </a:xfrm>
              <a:prstGeom prst="rect">
                <a:avLst/>
              </a:prstGeom>
              <a:noFill/>
            </p:spPr>
            <p:txBody>
              <a:bodyPr wrap="square" lIns="0" tIns="0" rIns="0" bIns="72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Grounded Blue on Highlight Yellow</a:t>
                </a:r>
                <a:r>
                  <a:rPr lang="en-US" sz="700" b="0" i="0" spc="0" baseline="30000">
                    <a:solidFill>
                      <a:schemeClr val="tx1"/>
                    </a:solidFill>
                    <a:latin typeface="+mj-lt"/>
                    <a:ea typeface="Verdana" panose="020B0604030504040204" pitchFamily="34" charset="0"/>
                    <a:cs typeface="Arial" panose="020B0604020202020204" pitchFamily="34" charset="0"/>
                  </a:rPr>
                  <a:t>•</a:t>
                </a:r>
              </a:p>
            </p:txBody>
          </p:sp>
        </p:grpSp>
      </p:grpSp>
      <p:grpSp>
        <p:nvGrpSpPr>
          <p:cNvPr id="195" name="Group 194">
            <a:extLst>
              <a:ext uri="{FF2B5EF4-FFF2-40B4-BE49-F238E27FC236}">
                <a16:creationId xmlns:a16="http://schemas.microsoft.com/office/drawing/2014/main" id="{10E631DF-F9D6-6243-0649-14DE73A79260}"/>
              </a:ext>
            </a:extLst>
          </p:cNvPr>
          <p:cNvGrpSpPr/>
          <p:nvPr/>
        </p:nvGrpSpPr>
        <p:grpSpPr>
          <a:xfrm>
            <a:off x="8082182" y="389160"/>
            <a:ext cx="3646267" cy="854581"/>
            <a:chOff x="7527490" y="595093"/>
            <a:chExt cx="4362563" cy="1022460"/>
          </a:xfrm>
        </p:grpSpPr>
        <p:cxnSp>
          <p:nvCxnSpPr>
            <p:cNvPr id="197" name="Straight Connector 196">
              <a:extLst>
                <a:ext uri="{FF2B5EF4-FFF2-40B4-BE49-F238E27FC236}">
                  <a16:creationId xmlns:a16="http://schemas.microsoft.com/office/drawing/2014/main" id="{4DB75422-72AE-E6CF-8A14-BCCE22CFF0FF}"/>
                </a:ext>
              </a:extLst>
            </p:cNvPr>
            <p:cNvCxnSpPr>
              <a:cxnSpLocks/>
            </p:cNvCxnSpPr>
            <p:nvPr userDrawn="1"/>
          </p:nvCxnSpPr>
          <p:spPr>
            <a:xfrm>
              <a:off x="8079502" y="1331541"/>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E00263EF-7046-5BEA-418E-C8235E7F3162}"/>
                </a:ext>
              </a:extLst>
            </p:cNvPr>
            <p:cNvSpPr txBox="1"/>
            <p:nvPr userDrawn="1"/>
          </p:nvSpPr>
          <p:spPr>
            <a:xfrm>
              <a:off x="7919135" y="1439519"/>
              <a:ext cx="604625" cy="178034"/>
            </a:xfrm>
            <a:prstGeom prst="rect">
              <a:avLst/>
            </a:prstGeom>
            <a:noFill/>
          </p:spPr>
          <p:txBody>
            <a:bodyPr wrap="square" lIns="0" tIns="36000" rIns="0" bIns="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Grounded Blue</a:t>
              </a:r>
            </a:p>
          </p:txBody>
        </p:sp>
        <p:cxnSp>
          <p:nvCxnSpPr>
            <p:cNvPr id="199" name="Straight Connector 198">
              <a:extLst>
                <a:ext uri="{FF2B5EF4-FFF2-40B4-BE49-F238E27FC236}">
                  <a16:creationId xmlns:a16="http://schemas.microsoft.com/office/drawing/2014/main" id="{1EB6AD42-4011-FF59-7512-73FCDC809CF5}"/>
                </a:ext>
              </a:extLst>
            </p:cNvPr>
            <p:cNvCxnSpPr>
              <a:cxnSpLocks/>
            </p:cNvCxnSpPr>
            <p:nvPr userDrawn="1"/>
          </p:nvCxnSpPr>
          <p:spPr>
            <a:xfrm>
              <a:off x="8941735" y="1331541"/>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74FF4CCC-3964-85ED-424A-97A05BED879B}"/>
                </a:ext>
              </a:extLst>
            </p:cNvPr>
            <p:cNvSpPr txBox="1"/>
            <p:nvPr userDrawn="1"/>
          </p:nvSpPr>
          <p:spPr>
            <a:xfrm>
              <a:off x="8781369" y="1439519"/>
              <a:ext cx="522580" cy="178034"/>
            </a:xfrm>
            <a:prstGeom prst="rect">
              <a:avLst/>
            </a:prstGeom>
            <a:noFill/>
          </p:spPr>
          <p:txBody>
            <a:bodyPr wrap="square" lIns="0" tIns="36000" rIns="0" bIns="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Highlight Blue</a:t>
              </a:r>
            </a:p>
          </p:txBody>
        </p:sp>
        <p:cxnSp>
          <p:nvCxnSpPr>
            <p:cNvPr id="201" name="Straight Connector 200">
              <a:extLst>
                <a:ext uri="{FF2B5EF4-FFF2-40B4-BE49-F238E27FC236}">
                  <a16:creationId xmlns:a16="http://schemas.microsoft.com/office/drawing/2014/main" id="{77816C18-9895-34A8-97BA-C5724BABCCC4}"/>
                </a:ext>
              </a:extLst>
            </p:cNvPr>
            <p:cNvCxnSpPr>
              <a:cxnSpLocks/>
            </p:cNvCxnSpPr>
            <p:nvPr userDrawn="1"/>
          </p:nvCxnSpPr>
          <p:spPr>
            <a:xfrm>
              <a:off x="9790805" y="1331541"/>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D567BECC-F9AF-B6A4-39CA-D26204E69EA3}"/>
                </a:ext>
              </a:extLst>
            </p:cNvPr>
            <p:cNvSpPr txBox="1"/>
            <p:nvPr userDrawn="1"/>
          </p:nvSpPr>
          <p:spPr>
            <a:xfrm>
              <a:off x="9630439" y="1439519"/>
              <a:ext cx="522580" cy="178034"/>
            </a:xfrm>
            <a:prstGeom prst="rect">
              <a:avLst/>
            </a:prstGeom>
            <a:noFill/>
          </p:spPr>
          <p:txBody>
            <a:bodyPr wrap="square" lIns="0" tIns="36000" rIns="0" bIns="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Dark Gray</a:t>
              </a:r>
            </a:p>
          </p:txBody>
        </p:sp>
        <p:cxnSp>
          <p:nvCxnSpPr>
            <p:cNvPr id="203" name="Straight Connector 202">
              <a:extLst>
                <a:ext uri="{FF2B5EF4-FFF2-40B4-BE49-F238E27FC236}">
                  <a16:creationId xmlns:a16="http://schemas.microsoft.com/office/drawing/2014/main" id="{D4DCA010-BA01-F852-95F8-D4DC0F895377}"/>
                </a:ext>
              </a:extLst>
            </p:cNvPr>
            <p:cNvCxnSpPr>
              <a:cxnSpLocks/>
            </p:cNvCxnSpPr>
            <p:nvPr userDrawn="1"/>
          </p:nvCxnSpPr>
          <p:spPr>
            <a:xfrm>
              <a:off x="10653039" y="1331541"/>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4" name="TextBox 203">
              <a:extLst>
                <a:ext uri="{FF2B5EF4-FFF2-40B4-BE49-F238E27FC236}">
                  <a16:creationId xmlns:a16="http://schemas.microsoft.com/office/drawing/2014/main" id="{5BAD81EB-EF02-2C4F-A1B3-3A298534DABD}"/>
                </a:ext>
              </a:extLst>
            </p:cNvPr>
            <p:cNvSpPr txBox="1"/>
            <p:nvPr userDrawn="1"/>
          </p:nvSpPr>
          <p:spPr>
            <a:xfrm>
              <a:off x="10492673" y="1439519"/>
              <a:ext cx="522580" cy="178034"/>
            </a:xfrm>
            <a:prstGeom prst="rect">
              <a:avLst/>
            </a:prstGeom>
            <a:noFill/>
          </p:spPr>
          <p:txBody>
            <a:bodyPr wrap="square" lIns="0" tIns="36000" rIns="0" bIns="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Light Gray</a:t>
              </a:r>
            </a:p>
          </p:txBody>
        </p:sp>
        <p:cxnSp>
          <p:nvCxnSpPr>
            <p:cNvPr id="205" name="Straight Connector 204">
              <a:extLst>
                <a:ext uri="{FF2B5EF4-FFF2-40B4-BE49-F238E27FC236}">
                  <a16:creationId xmlns:a16="http://schemas.microsoft.com/office/drawing/2014/main" id="{2827ED23-D8C9-89F0-8651-B67CFD7CD559}"/>
                </a:ext>
              </a:extLst>
            </p:cNvPr>
            <p:cNvCxnSpPr>
              <a:cxnSpLocks/>
            </p:cNvCxnSpPr>
            <p:nvPr userDrawn="1"/>
          </p:nvCxnSpPr>
          <p:spPr>
            <a:xfrm>
              <a:off x="7687856" y="774315"/>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F12CE7B8-0CA0-D39D-B60D-675F633C6869}"/>
                </a:ext>
              </a:extLst>
            </p:cNvPr>
            <p:cNvSpPr txBox="1"/>
            <p:nvPr userDrawn="1"/>
          </p:nvSpPr>
          <p:spPr>
            <a:xfrm>
              <a:off x="7527490" y="595093"/>
              <a:ext cx="522580" cy="178034"/>
            </a:xfrm>
            <a:prstGeom prst="rect">
              <a:avLst/>
            </a:prstGeom>
            <a:noFill/>
          </p:spPr>
          <p:txBody>
            <a:bodyPr wrap="square" lIns="0" tIns="36000" rIns="0" bIns="36000" rtlCol="0" anchor="b" anchorCtr="0">
              <a:noAutofit/>
            </a:bodyPr>
            <a:lstStyle/>
            <a:p>
              <a:r>
                <a:rPr lang="en-US" sz="800" b="0" i="0" spc="0" baseline="0" dirty="0">
                  <a:solidFill>
                    <a:schemeClr val="tx1"/>
                  </a:solidFill>
                  <a:latin typeface="+mj-lt"/>
                  <a:ea typeface="Verdana" panose="020B0604030504040204" pitchFamily="34" charset="0"/>
                  <a:cs typeface="Arial" panose="020B0604020202020204" pitchFamily="34" charset="0"/>
                </a:rPr>
                <a:t>White</a:t>
              </a:r>
            </a:p>
          </p:txBody>
        </p:sp>
        <p:cxnSp>
          <p:nvCxnSpPr>
            <p:cNvPr id="207" name="Straight Connector 206">
              <a:extLst>
                <a:ext uri="{FF2B5EF4-FFF2-40B4-BE49-F238E27FC236}">
                  <a16:creationId xmlns:a16="http://schemas.microsoft.com/office/drawing/2014/main" id="{A76230F3-E361-F3E7-C0FE-6F225866C88D}"/>
                </a:ext>
              </a:extLst>
            </p:cNvPr>
            <p:cNvCxnSpPr>
              <a:cxnSpLocks/>
            </p:cNvCxnSpPr>
            <p:nvPr userDrawn="1"/>
          </p:nvCxnSpPr>
          <p:spPr>
            <a:xfrm>
              <a:off x="8523763" y="774315"/>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8" name="TextBox 207">
              <a:extLst>
                <a:ext uri="{FF2B5EF4-FFF2-40B4-BE49-F238E27FC236}">
                  <a16:creationId xmlns:a16="http://schemas.microsoft.com/office/drawing/2014/main" id="{8164FBCB-ABEC-B017-6D02-890FB45684D0}"/>
                </a:ext>
              </a:extLst>
            </p:cNvPr>
            <p:cNvSpPr txBox="1"/>
            <p:nvPr userDrawn="1"/>
          </p:nvSpPr>
          <p:spPr>
            <a:xfrm>
              <a:off x="8363396" y="595094"/>
              <a:ext cx="802827" cy="178034"/>
            </a:xfrm>
            <a:prstGeom prst="rect">
              <a:avLst/>
            </a:prstGeom>
            <a:noFill/>
          </p:spPr>
          <p:txBody>
            <a:bodyPr wrap="square" lIns="0" tIns="36000" rIns="0" bIns="36000" rtlCol="0" anchor="b" anchorCtr="0">
              <a:no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800" b="0" i="0" spc="0" baseline="0" dirty="0">
                  <a:solidFill>
                    <a:schemeClr val="tx1"/>
                  </a:solidFill>
                  <a:latin typeface="+mj-lt"/>
                  <a:ea typeface="Verdana" panose="020B0604030504040204" pitchFamily="34" charset="0"/>
                  <a:cs typeface="Arial" panose="020B0604020202020204" pitchFamily="34" charset="0"/>
                </a:rPr>
                <a:t>White</a:t>
              </a:r>
            </a:p>
          </p:txBody>
        </p:sp>
        <p:cxnSp>
          <p:nvCxnSpPr>
            <p:cNvPr id="209" name="Straight Connector 208">
              <a:extLst>
                <a:ext uri="{FF2B5EF4-FFF2-40B4-BE49-F238E27FC236}">
                  <a16:creationId xmlns:a16="http://schemas.microsoft.com/office/drawing/2014/main" id="{A8A4AB53-9A14-3C9F-6EC2-5C122185BEAC}"/>
                </a:ext>
              </a:extLst>
            </p:cNvPr>
            <p:cNvCxnSpPr>
              <a:cxnSpLocks/>
            </p:cNvCxnSpPr>
            <p:nvPr userDrawn="1"/>
          </p:nvCxnSpPr>
          <p:spPr>
            <a:xfrm>
              <a:off x="9346505" y="774315"/>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1FAF993F-B739-D4CF-E0BB-C8A016B9FAA0}"/>
                </a:ext>
              </a:extLst>
            </p:cNvPr>
            <p:cNvSpPr txBox="1"/>
            <p:nvPr userDrawn="1"/>
          </p:nvSpPr>
          <p:spPr>
            <a:xfrm>
              <a:off x="9186139" y="595094"/>
              <a:ext cx="522580" cy="178034"/>
            </a:xfrm>
            <a:prstGeom prst="rect">
              <a:avLst/>
            </a:prstGeom>
            <a:noFill/>
          </p:spPr>
          <p:txBody>
            <a:bodyPr wrap="square" lIns="0" tIns="36000" rIns="0" bIns="36000" rtlCol="0" anchor="b"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Highlight Magenta</a:t>
              </a:r>
            </a:p>
          </p:txBody>
        </p:sp>
        <p:cxnSp>
          <p:nvCxnSpPr>
            <p:cNvPr id="211" name="Straight Connector 210">
              <a:extLst>
                <a:ext uri="{FF2B5EF4-FFF2-40B4-BE49-F238E27FC236}">
                  <a16:creationId xmlns:a16="http://schemas.microsoft.com/office/drawing/2014/main" id="{7B3E5C72-8355-2F02-A892-D2F8BF349FF0}"/>
                </a:ext>
              </a:extLst>
            </p:cNvPr>
            <p:cNvCxnSpPr>
              <a:cxnSpLocks/>
            </p:cNvCxnSpPr>
            <p:nvPr userDrawn="1"/>
          </p:nvCxnSpPr>
          <p:spPr>
            <a:xfrm>
              <a:off x="10208739" y="774315"/>
              <a:ext cx="0" cy="1008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TextBox 211">
              <a:extLst>
                <a:ext uri="{FF2B5EF4-FFF2-40B4-BE49-F238E27FC236}">
                  <a16:creationId xmlns:a16="http://schemas.microsoft.com/office/drawing/2014/main" id="{FFA671BC-6A20-68DE-86F8-8C6F5C0E5C02}"/>
                </a:ext>
              </a:extLst>
            </p:cNvPr>
            <p:cNvSpPr txBox="1"/>
            <p:nvPr userDrawn="1"/>
          </p:nvSpPr>
          <p:spPr>
            <a:xfrm>
              <a:off x="10048373" y="595094"/>
              <a:ext cx="522580" cy="178034"/>
            </a:xfrm>
            <a:prstGeom prst="rect">
              <a:avLst/>
            </a:prstGeom>
            <a:noFill/>
          </p:spPr>
          <p:txBody>
            <a:bodyPr wrap="square" lIns="0" tIns="36000" rIns="0" bIns="36000" rtlCol="0" anchor="b"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Medium Gray</a:t>
              </a:r>
            </a:p>
          </p:txBody>
        </p:sp>
        <p:sp>
          <p:nvSpPr>
            <p:cNvPr id="213" name="Rectangle 212">
              <a:extLst>
                <a:ext uri="{FF2B5EF4-FFF2-40B4-BE49-F238E27FC236}">
                  <a16:creationId xmlns:a16="http://schemas.microsoft.com/office/drawing/2014/main" id="{24F9C1F8-1A21-F0CD-2D91-B8B8DF9C8397}"/>
                </a:ext>
              </a:extLst>
            </p:cNvPr>
            <p:cNvSpPr/>
            <p:nvPr userDrawn="1"/>
          </p:nvSpPr>
          <p:spPr bwMode="auto">
            <a:xfrm>
              <a:off x="10962598" y="781282"/>
              <a:ext cx="927455" cy="836271"/>
            </a:xfrm>
            <a:prstGeom prst="rect">
              <a:avLst/>
            </a:prstGeom>
            <a:solidFill>
              <a:schemeClr val="bg1">
                <a:alpha val="80000"/>
              </a:schemeClr>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600" b="0" i="0" dirty="0">
                <a:solidFill>
                  <a:schemeClr val="bg1"/>
                </a:solidFill>
                <a:latin typeface="+mn-lt"/>
                <a:ea typeface="Roboto" panose="02000000000000000000" pitchFamily="2" charset="0"/>
                <a:cs typeface="Segoe UI" panose="020B0502040204020203" pitchFamily="34" charset="0"/>
              </a:endParaRPr>
            </a:p>
          </p:txBody>
        </p:sp>
      </p:grpSp>
    </p:spTree>
    <p:extLst>
      <p:ext uri="{BB962C8B-B14F-4D97-AF65-F5344CB8AC3E}">
        <p14:creationId xmlns:p14="http://schemas.microsoft.com/office/powerpoint/2010/main" val="1972636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B0FA6A-CD82-E26B-76A9-021253730C1C}"/>
              </a:ext>
            </a:extLst>
          </p:cNvPr>
          <p:cNvSpPr>
            <a:spLocks noGrp="1"/>
          </p:cNvSpPr>
          <p:nvPr>
            <p:ph idx="1"/>
          </p:nvPr>
        </p:nvSpPr>
        <p:spPr>
          <a:xfrm>
            <a:off x="5572126" y="1770063"/>
            <a:ext cx="6156320" cy="4249738"/>
          </a:xfrm>
        </p:spPr>
        <p:txBody>
          <a:bodyPr/>
          <a:lstStyle/>
          <a:p>
            <a:pPr marL="0" lvl="1" indent="0" algn="l">
              <a:spcAft>
                <a:spcPts val="600"/>
              </a:spcAft>
              <a:buNone/>
            </a:pPr>
            <a:r>
              <a:rPr lang="en-US" sz="1800" b="1" dirty="0">
                <a:solidFill>
                  <a:schemeClr val="tx2"/>
                </a:solidFill>
              </a:rPr>
              <a:t>Primary palette</a:t>
            </a:r>
          </a:p>
          <a:p>
            <a:pPr algn="l">
              <a:spcAft>
                <a:spcPts val="1600"/>
              </a:spcAft>
            </a:pPr>
            <a:r>
              <a:rPr lang="en-US" dirty="0"/>
              <a:t>These are the primary brand colors used for all non-color-coded content throughout the PowerPoint template. Our brand guidelines provide more information about our brand colors. </a:t>
            </a:r>
          </a:p>
          <a:p>
            <a:pPr algn="l">
              <a:spcAft>
                <a:spcPts val="1600"/>
              </a:spcAft>
            </a:pPr>
            <a:r>
              <a:rPr lang="en-US" b="1" dirty="0"/>
              <a:t>Note: Do not use these palette colors for data visualization or color-coded content.</a:t>
            </a:r>
            <a:endParaRPr lang="en-US" dirty="0"/>
          </a:p>
          <a:p>
            <a:pPr marL="0" lvl="1" indent="0" algn="l">
              <a:spcAft>
                <a:spcPts val="600"/>
              </a:spcAft>
              <a:buNone/>
            </a:pPr>
            <a:r>
              <a:rPr lang="en-US" sz="1800" b="1" dirty="0">
                <a:solidFill>
                  <a:schemeClr val="tx2"/>
                </a:solidFill>
              </a:rPr>
              <a:t>Data visualization palette</a:t>
            </a:r>
          </a:p>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dirty="0"/>
              <a:t>These are the colors used for charts and color-coded visuals. More information about our data visualization colors can be found in our </a:t>
            </a:r>
            <a:br>
              <a:rPr lang="en-US" dirty="0"/>
            </a:br>
            <a:r>
              <a:rPr lang="en-US" dirty="0"/>
              <a:t>brand guidelines. </a:t>
            </a:r>
          </a:p>
          <a:p>
            <a:pPr algn="l">
              <a:spcAft>
                <a:spcPts val="1600"/>
              </a:spcAft>
            </a:pPr>
            <a:r>
              <a:rPr lang="en-US" b="1" dirty="0"/>
              <a:t>Note: these colors cannot be used as text or for non-color-coded visual use and must always have a Grounded Blue outline and text.</a:t>
            </a:r>
          </a:p>
        </p:txBody>
      </p:sp>
      <p:sp>
        <p:nvSpPr>
          <p:cNvPr id="3" name="Footer Placeholder 2">
            <a:extLst>
              <a:ext uri="{FF2B5EF4-FFF2-40B4-BE49-F238E27FC236}">
                <a16:creationId xmlns:a16="http://schemas.microsoft.com/office/drawing/2014/main" id="{D131BE61-0943-AAFE-67FA-26D0153461F5}"/>
              </a:ext>
            </a:extLst>
          </p:cNvPr>
          <p:cNvSpPr>
            <a:spLocks noGrp="1"/>
          </p:cNvSpPr>
          <p:nvPr>
            <p:ph type="ftr" sz="quarter" idx="10"/>
          </p:nvPr>
        </p:nvSpPr>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7AEF895E-2B7F-BB40-9B9D-AF19BCFF23E5}"/>
              </a:ext>
            </a:extLst>
          </p:cNvPr>
          <p:cNvSpPr>
            <a:spLocks noGrp="1"/>
          </p:cNvSpPr>
          <p:nvPr>
            <p:ph type="sldNum" sz="quarter" idx="11"/>
          </p:nvPr>
        </p:nvSpPr>
        <p:spPr/>
        <p:txBody>
          <a:bodyPr/>
          <a:lstStyle/>
          <a:p>
            <a:fld id="{63DCA5C9-2E11-4C67-86EB-AE1DE127DC64}" type="slidenum">
              <a:rPr lang="en-US" smtClean="0"/>
              <a:pPr/>
              <a:t>5</a:t>
            </a:fld>
            <a:endParaRPr lang="en-US"/>
          </a:p>
        </p:txBody>
      </p:sp>
      <p:sp>
        <p:nvSpPr>
          <p:cNvPr id="5" name="Title 4">
            <a:extLst>
              <a:ext uri="{FF2B5EF4-FFF2-40B4-BE49-F238E27FC236}">
                <a16:creationId xmlns:a16="http://schemas.microsoft.com/office/drawing/2014/main" id="{CCC24484-C350-4B56-0FB3-A996F8DEE555}"/>
              </a:ext>
            </a:extLst>
          </p:cNvPr>
          <p:cNvSpPr>
            <a:spLocks noGrp="1"/>
          </p:cNvSpPr>
          <p:nvPr>
            <p:ph type="title"/>
          </p:nvPr>
        </p:nvSpPr>
        <p:spPr/>
        <p:txBody>
          <a:bodyPr/>
          <a:lstStyle/>
          <a:p>
            <a:r>
              <a:rPr lang="en-US" b="1" i="0" dirty="0">
                <a:solidFill>
                  <a:schemeClr val="tx1"/>
                </a:solidFill>
                <a:latin typeface="+mn-lt"/>
                <a:ea typeface="Roboto" panose="02000000000000000000" pitchFamily="2" charset="0"/>
                <a:cs typeface="Segoe UI" panose="020B0502040204020203" pitchFamily="34" charset="0"/>
              </a:rPr>
              <a:t>Color palettes</a:t>
            </a:r>
            <a:endParaRPr lang="en-US" dirty="0"/>
          </a:p>
        </p:txBody>
      </p:sp>
      <p:sp>
        <p:nvSpPr>
          <p:cNvPr id="6" name="Text Placeholder 5">
            <a:extLst>
              <a:ext uri="{FF2B5EF4-FFF2-40B4-BE49-F238E27FC236}">
                <a16:creationId xmlns:a16="http://schemas.microsoft.com/office/drawing/2014/main" id="{C0144DF6-3498-F7B7-40FD-2FED9516D67E}"/>
              </a:ext>
            </a:extLst>
          </p:cNvPr>
          <p:cNvSpPr>
            <a:spLocks noGrp="1"/>
          </p:cNvSpPr>
          <p:nvPr>
            <p:ph type="body" sz="quarter" idx="19"/>
          </p:nvPr>
        </p:nvSpPr>
        <p:spPr/>
        <p:txBody>
          <a:bodyPr/>
          <a:lstStyle/>
          <a:p>
            <a:r>
              <a:rPr lang="en-US" dirty="0"/>
              <a:t>Instructions</a:t>
            </a:r>
          </a:p>
        </p:txBody>
      </p:sp>
      <p:grpSp>
        <p:nvGrpSpPr>
          <p:cNvPr id="7" name="Group 6">
            <a:extLst>
              <a:ext uri="{FF2B5EF4-FFF2-40B4-BE49-F238E27FC236}">
                <a16:creationId xmlns:a16="http://schemas.microsoft.com/office/drawing/2014/main" id="{76A51E33-5CDB-A933-A28A-457F17773257}"/>
              </a:ext>
            </a:extLst>
          </p:cNvPr>
          <p:cNvGrpSpPr/>
          <p:nvPr/>
        </p:nvGrpSpPr>
        <p:grpSpPr>
          <a:xfrm>
            <a:off x="460372" y="1620259"/>
            <a:ext cx="4149728" cy="4277412"/>
            <a:chOff x="4556797" y="1749533"/>
            <a:chExt cx="2042307" cy="2105147"/>
          </a:xfrm>
        </p:grpSpPr>
        <p:pic>
          <p:nvPicPr>
            <p:cNvPr id="8" name="Content Placeholder 25" descr="A screenshot of a color chart&#10;&#10;AI-generated content may be incorrect.">
              <a:extLst>
                <a:ext uri="{FF2B5EF4-FFF2-40B4-BE49-F238E27FC236}">
                  <a16:creationId xmlns:a16="http://schemas.microsoft.com/office/drawing/2014/main" id="{622185D3-2294-D61B-7423-E835278DE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6797" y="1749533"/>
              <a:ext cx="2042307" cy="2105147"/>
            </a:xfrm>
            <a:prstGeom prst="rect">
              <a:avLst/>
            </a:prstGeom>
          </p:spPr>
        </p:pic>
        <p:sp>
          <p:nvSpPr>
            <p:cNvPr id="9" name="Rectangle 8">
              <a:extLst>
                <a:ext uri="{FF2B5EF4-FFF2-40B4-BE49-F238E27FC236}">
                  <a16:creationId xmlns:a16="http://schemas.microsoft.com/office/drawing/2014/main" id="{57ED66A7-EEAE-8A90-E5AA-6FBC88DCDCDF}"/>
                </a:ext>
              </a:extLst>
            </p:cNvPr>
            <p:cNvSpPr/>
            <p:nvPr/>
          </p:nvSpPr>
          <p:spPr bwMode="auto">
            <a:xfrm>
              <a:off x="4592849" y="1943100"/>
              <a:ext cx="1959229" cy="259364"/>
            </a:xfrm>
            <a:prstGeom prst="rect">
              <a:avLst/>
            </a:prstGeom>
            <a:noFill/>
            <a:ln w="38100" cap="flat">
              <a:solidFill>
                <a:schemeClr val="accent1"/>
              </a:solidFill>
              <a:bevel/>
              <a:headEnd/>
              <a:tailEnd/>
            </a:ln>
            <a:effectLst/>
          </p:spPr>
          <p:txBody>
            <a:bodyPr wrap="none" rtlCol="0" anchor="ctr"/>
            <a:lstStyle/>
            <a:p>
              <a:pPr algn="ctr"/>
              <a:endParaRPr lang="en-US"/>
            </a:p>
          </p:txBody>
        </p:sp>
        <p:sp>
          <p:nvSpPr>
            <p:cNvPr id="10" name="Rectangle 9">
              <a:extLst>
                <a:ext uri="{FF2B5EF4-FFF2-40B4-BE49-F238E27FC236}">
                  <a16:creationId xmlns:a16="http://schemas.microsoft.com/office/drawing/2014/main" id="{4DF96A69-BEC3-2B67-AF54-088F22913ACA}"/>
                </a:ext>
              </a:extLst>
            </p:cNvPr>
            <p:cNvSpPr/>
            <p:nvPr/>
          </p:nvSpPr>
          <p:spPr bwMode="auto">
            <a:xfrm>
              <a:off x="4592849" y="3374619"/>
              <a:ext cx="1959229" cy="447040"/>
            </a:xfrm>
            <a:prstGeom prst="rect">
              <a:avLst/>
            </a:prstGeom>
            <a:noFill/>
            <a:ln w="38100" cap="flat">
              <a:solidFill>
                <a:schemeClr val="accent1"/>
              </a:solidFill>
              <a:bevel/>
              <a:headEnd/>
              <a:tailEnd/>
            </a:ln>
            <a:effectLst/>
          </p:spPr>
          <p:txBody>
            <a:bodyPr wrap="none" rtlCol="0" anchor="ctr"/>
            <a:lstStyle/>
            <a:p>
              <a:pPr algn="ctr"/>
              <a:endParaRPr lang="en-US" dirty="0"/>
            </a:p>
          </p:txBody>
        </p:sp>
      </p:grpSp>
      <p:cxnSp>
        <p:nvCxnSpPr>
          <p:cNvPr id="11" name="Straight Connector 10">
            <a:extLst>
              <a:ext uri="{FF2B5EF4-FFF2-40B4-BE49-F238E27FC236}">
                <a16:creationId xmlns:a16="http://schemas.microsoft.com/office/drawing/2014/main" id="{F5C9094E-F8F1-37E7-7FBC-FE80CC9FCBB1}"/>
              </a:ext>
            </a:extLst>
          </p:cNvPr>
          <p:cNvCxnSpPr>
            <a:cxnSpLocks/>
          </p:cNvCxnSpPr>
          <p:nvPr/>
        </p:nvCxnSpPr>
        <p:spPr>
          <a:xfrm flipV="1">
            <a:off x="4498574" y="1946469"/>
            <a:ext cx="978000" cy="30956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Elbow Connector 193">
            <a:extLst>
              <a:ext uri="{FF2B5EF4-FFF2-40B4-BE49-F238E27FC236}">
                <a16:creationId xmlns:a16="http://schemas.microsoft.com/office/drawing/2014/main" id="{094088A5-B6C7-6D4B-9EE9-811C651BDB6E}"/>
              </a:ext>
            </a:extLst>
          </p:cNvPr>
          <p:cNvCxnSpPr>
            <a:cxnSpLocks/>
          </p:cNvCxnSpPr>
          <p:nvPr/>
        </p:nvCxnSpPr>
        <p:spPr>
          <a:xfrm flipV="1">
            <a:off x="4514548" y="3894932"/>
            <a:ext cx="962026" cy="1591550"/>
          </a:xfrm>
          <a:prstGeom prst="straightConnector1">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112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864BDD-9E05-4EBD-3371-C4FB3DEB3474}"/>
              </a:ext>
            </a:extLst>
          </p:cNvPr>
          <p:cNvSpPr>
            <a:spLocks noGrp="1"/>
          </p:cNvSpPr>
          <p:nvPr>
            <p:ph idx="1"/>
          </p:nvPr>
        </p:nvSpPr>
        <p:spPr>
          <a:xfrm>
            <a:off x="6721780" y="1495982"/>
            <a:ext cx="5006665" cy="3522373"/>
          </a:xfrm>
        </p:spPr>
        <p:txBody>
          <a:bodyPr/>
          <a:lstStyle/>
          <a:p>
            <a:pPr marL="0" lvl="1" indent="0" algn="l">
              <a:spcAft>
                <a:spcPts val="600"/>
              </a:spcAft>
              <a:buNone/>
            </a:pPr>
            <a:r>
              <a:rPr lang="en-US" sz="1600" b="1" dirty="0">
                <a:solidFill>
                  <a:schemeClr val="tx2"/>
                </a:solidFill>
              </a:rPr>
              <a:t>Data visualization categorical palette</a:t>
            </a:r>
          </a:p>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sz="1400" dirty="0"/>
              <a:t>These are the colors used for charts and color-coded visuals. They must be used in the order in the palette, but the order can start at any color in the series. </a:t>
            </a:r>
          </a:p>
          <a:p>
            <a:pPr marL="0" lvl="1" indent="0">
              <a:buNone/>
            </a:pPr>
            <a:r>
              <a:rPr lang="en-US" sz="1600" b="1" dirty="0">
                <a:solidFill>
                  <a:schemeClr val="tx2"/>
                </a:solidFill>
              </a:rPr>
              <a:t>Data visualization deemphasis palette</a:t>
            </a:r>
          </a:p>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sz="1400" dirty="0"/>
              <a:t>These are the colors used to deemphasize parts of charts and color-coded visuals. Any colored parts used with the deemphasis palette must be from the categorical palette and used in the defined order, but the order can start at any color in the series. </a:t>
            </a:r>
          </a:p>
          <a:p>
            <a:pPr marL="0" lvl="1" indent="0">
              <a:buNone/>
            </a:pPr>
            <a:r>
              <a:rPr lang="en-US" sz="1600" b="1" dirty="0">
                <a:solidFill>
                  <a:schemeClr val="tx2"/>
                </a:solidFill>
              </a:rPr>
              <a:t>Data visualization KPIs palette</a:t>
            </a:r>
          </a:p>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sz="1400" dirty="0"/>
              <a:t>These are the colors used to identify positive, neutral, or negative parts within data visuals. </a:t>
            </a:r>
            <a:endParaRPr lang="en-US" sz="1400" b="1" dirty="0"/>
          </a:p>
        </p:txBody>
      </p:sp>
      <p:sp>
        <p:nvSpPr>
          <p:cNvPr id="3" name="Footer Placeholder 2">
            <a:extLst>
              <a:ext uri="{FF2B5EF4-FFF2-40B4-BE49-F238E27FC236}">
                <a16:creationId xmlns:a16="http://schemas.microsoft.com/office/drawing/2014/main" id="{4F7FB8F5-1B9C-7E1E-DFEF-DF892BC8F4FB}"/>
              </a:ext>
            </a:extLst>
          </p:cNvPr>
          <p:cNvSpPr>
            <a:spLocks noGrp="1"/>
          </p:cNvSpPr>
          <p:nvPr>
            <p:ph type="ftr" sz="quarter" idx="10"/>
          </p:nvPr>
        </p:nvSpPr>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6036968B-9776-2C55-4E1B-AA8B03731FAF}"/>
              </a:ext>
            </a:extLst>
          </p:cNvPr>
          <p:cNvSpPr>
            <a:spLocks noGrp="1"/>
          </p:cNvSpPr>
          <p:nvPr>
            <p:ph type="sldNum" sz="quarter" idx="11"/>
          </p:nvPr>
        </p:nvSpPr>
        <p:spPr/>
        <p:txBody>
          <a:bodyPr/>
          <a:lstStyle/>
          <a:p>
            <a:fld id="{63DCA5C9-2E11-4C67-86EB-AE1DE127DC64}" type="slidenum">
              <a:rPr lang="en-US" smtClean="0"/>
              <a:pPr/>
              <a:t>6</a:t>
            </a:fld>
            <a:endParaRPr lang="en-US"/>
          </a:p>
        </p:txBody>
      </p:sp>
      <p:sp>
        <p:nvSpPr>
          <p:cNvPr id="5" name="Title 4">
            <a:extLst>
              <a:ext uri="{FF2B5EF4-FFF2-40B4-BE49-F238E27FC236}">
                <a16:creationId xmlns:a16="http://schemas.microsoft.com/office/drawing/2014/main" id="{341FF178-45CA-4B4D-28A3-540A92D86A56}"/>
              </a:ext>
            </a:extLst>
          </p:cNvPr>
          <p:cNvSpPr>
            <a:spLocks noGrp="1"/>
          </p:cNvSpPr>
          <p:nvPr>
            <p:ph type="title"/>
          </p:nvPr>
        </p:nvSpPr>
        <p:spPr/>
        <p:txBody>
          <a:bodyPr/>
          <a:lstStyle/>
          <a:p>
            <a:r>
              <a:rPr lang="en-US" b="1" i="0" dirty="0">
                <a:solidFill>
                  <a:schemeClr val="tx1"/>
                </a:solidFill>
                <a:latin typeface="+mn-lt"/>
                <a:ea typeface="Roboto" panose="02000000000000000000" pitchFamily="2" charset="0"/>
                <a:cs typeface="Segoe UI" panose="020B0502040204020203" pitchFamily="34" charset="0"/>
              </a:rPr>
              <a:t>Data visualization palette types</a:t>
            </a:r>
            <a:br>
              <a:rPr lang="en-US" b="1" i="0" dirty="0">
                <a:solidFill>
                  <a:schemeClr val="tx1"/>
                </a:solidFill>
                <a:latin typeface="+mn-lt"/>
                <a:ea typeface="Roboto" panose="02000000000000000000" pitchFamily="2" charset="0"/>
                <a:cs typeface="Segoe UI" panose="020B0502040204020203" pitchFamily="34" charset="0"/>
              </a:rPr>
            </a:br>
            <a:endParaRPr lang="en-US" dirty="0"/>
          </a:p>
        </p:txBody>
      </p:sp>
      <p:sp>
        <p:nvSpPr>
          <p:cNvPr id="6" name="Text Placeholder 5">
            <a:extLst>
              <a:ext uri="{FF2B5EF4-FFF2-40B4-BE49-F238E27FC236}">
                <a16:creationId xmlns:a16="http://schemas.microsoft.com/office/drawing/2014/main" id="{8B7CF9E9-370E-9ECE-46E6-205FDD960636}"/>
              </a:ext>
            </a:extLst>
          </p:cNvPr>
          <p:cNvSpPr>
            <a:spLocks noGrp="1"/>
          </p:cNvSpPr>
          <p:nvPr>
            <p:ph type="body" sz="quarter" idx="19"/>
          </p:nvPr>
        </p:nvSpPr>
        <p:spPr/>
        <p:txBody>
          <a:bodyPr/>
          <a:lstStyle/>
          <a:p>
            <a:r>
              <a:rPr kumimoji="0" lang="en-US" sz="900" b="1" i="0" u="none" strike="noStrike" kern="1200" cap="all" spc="10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Instructions</a:t>
            </a:r>
          </a:p>
        </p:txBody>
      </p:sp>
      <p:grpSp>
        <p:nvGrpSpPr>
          <p:cNvPr id="7" name="Group 6">
            <a:extLst>
              <a:ext uri="{FF2B5EF4-FFF2-40B4-BE49-F238E27FC236}">
                <a16:creationId xmlns:a16="http://schemas.microsoft.com/office/drawing/2014/main" id="{95FC5B3E-D2E0-927F-B2B5-3B73745D8860}"/>
              </a:ext>
            </a:extLst>
          </p:cNvPr>
          <p:cNvGrpSpPr/>
          <p:nvPr/>
        </p:nvGrpSpPr>
        <p:grpSpPr>
          <a:xfrm>
            <a:off x="486891" y="4534266"/>
            <a:ext cx="3797577" cy="606892"/>
            <a:chOff x="2150382" y="5462120"/>
            <a:chExt cx="3489639" cy="557680"/>
          </a:xfrm>
        </p:grpSpPr>
        <p:pic>
          <p:nvPicPr>
            <p:cNvPr id="8" name="Picture 7" descr="A screenshot of a computer&#10;&#10;Description automatically generated">
              <a:extLst>
                <a:ext uri="{FF2B5EF4-FFF2-40B4-BE49-F238E27FC236}">
                  <a16:creationId xmlns:a16="http://schemas.microsoft.com/office/drawing/2014/main" id="{D47A09C1-226D-6DA1-643E-BA8A7EE6A28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238603" y="5469606"/>
              <a:ext cx="3328756" cy="550194"/>
            </a:xfrm>
            <a:prstGeom prst="rect">
              <a:avLst/>
            </a:prstGeom>
          </p:spPr>
        </p:pic>
        <p:cxnSp>
          <p:nvCxnSpPr>
            <p:cNvPr id="9" name="Straight Connector 8">
              <a:extLst>
                <a:ext uri="{FF2B5EF4-FFF2-40B4-BE49-F238E27FC236}">
                  <a16:creationId xmlns:a16="http://schemas.microsoft.com/office/drawing/2014/main" id="{A37FAB95-EFF2-DEC6-6893-F387C2F1FDFB}"/>
                </a:ext>
              </a:extLst>
            </p:cNvPr>
            <p:cNvCxnSpPr>
              <a:cxnSpLocks/>
            </p:cNvCxnSpPr>
            <p:nvPr userDrawn="1"/>
          </p:nvCxnSpPr>
          <p:spPr>
            <a:xfrm>
              <a:off x="2150382" y="5462120"/>
              <a:ext cx="34896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F13EB35E-8825-827C-50AE-62905F61B50C}"/>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4385034" y="4440861"/>
            <a:ext cx="1888188" cy="696261"/>
          </a:xfrm>
          <a:prstGeom prst="rect">
            <a:avLst/>
          </a:prstGeom>
        </p:spPr>
      </p:pic>
      <p:sp>
        <p:nvSpPr>
          <p:cNvPr id="11" name="Freeform 10">
            <a:extLst>
              <a:ext uri="{FF2B5EF4-FFF2-40B4-BE49-F238E27FC236}">
                <a16:creationId xmlns:a16="http://schemas.microsoft.com/office/drawing/2014/main" id="{BBC5F2C0-7247-415D-8EF9-3190251718C1}"/>
              </a:ext>
            </a:extLst>
          </p:cNvPr>
          <p:cNvSpPr/>
          <p:nvPr/>
        </p:nvSpPr>
        <p:spPr bwMode="auto">
          <a:xfrm>
            <a:off x="386324" y="4440861"/>
            <a:ext cx="5987464" cy="851575"/>
          </a:xfrm>
          <a:custGeom>
            <a:avLst/>
            <a:gdLst>
              <a:gd name="connsiteX0" fmla="*/ 3073848 w 5987464"/>
              <a:gd name="connsiteY0" fmla="*/ 362096 h 851575"/>
              <a:gd name="connsiteX1" fmla="*/ 3073848 w 5987464"/>
              <a:gd name="connsiteY1" fmla="*/ 666817 h 851575"/>
              <a:gd name="connsiteX2" fmla="*/ 3722777 w 5987464"/>
              <a:gd name="connsiteY2" fmla="*/ 666817 h 851575"/>
              <a:gd name="connsiteX3" fmla="*/ 3722777 w 5987464"/>
              <a:gd name="connsiteY3" fmla="*/ 362096 h 851575"/>
              <a:gd name="connsiteX4" fmla="*/ 5459399 w 5987464"/>
              <a:gd name="connsiteY4" fmla="*/ 233390 h 851575"/>
              <a:gd name="connsiteX5" fmla="*/ 5459399 w 5987464"/>
              <a:gd name="connsiteY5" fmla="*/ 427023 h 851575"/>
              <a:gd name="connsiteX6" fmla="*/ 5632859 w 5987464"/>
              <a:gd name="connsiteY6" fmla="*/ 427023 h 851575"/>
              <a:gd name="connsiteX7" fmla="*/ 5632859 w 5987464"/>
              <a:gd name="connsiteY7" fmla="*/ 233390 h 851575"/>
              <a:gd name="connsiteX8" fmla="*/ 4430699 w 5987464"/>
              <a:gd name="connsiteY8" fmla="*/ 233390 h 851575"/>
              <a:gd name="connsiteX9" fmla="*/ 4430699 w 5987464"/>
              <a:gd name="connsiteY9" fmla="*/ 427023 h 851575"/>
              <a:gd name="connsiteX10" fmla="*/ 4773601 w 5987464"/>
              <a:gd name="connsiteY10" fmla="*/ 427023 h 851575"/>
              <a:gd name="connsiteX11" fmla="*/ 4773601 w 5987464"/>
              <a:gd name="connsiteY11" fmla="*/ 233390 h 851575"/>
              <a:gd name="connsiteX12" fmla="*/ 0 w 5987464"/>
              <a:gd name="connsiteY12" fmla="*/ 0 h 851575"/>
              <a:gd name="connsiteX13" fmla="*/ 5987464 w 5987464"/>
              <a:gd name="connsiteY13" fmla="*/ 0 h 851575"/>
              <a:gd name="connsiteX14" fmla="*/ 5987464 w 5987464"/>
              <a:gd name="connsiteY14" fmla="*/ 851575 h 851575"/>
              <a:gd name="connsiteX15" fmla="*/ 0 w 5987464"/>
              <a:gd name="connsiteY15" fmla="*/ 851575 h 85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87464" h="851575">
                <a:moveTo>
                  <a:pt x="3073848" y="362096"/>
                </a:moveTo>
                <a:lnTo>
                  <a:pt x="3073848" y="666817"/>
                </a:lnTo>
                <a:lnTo>
                  <a:pt x="3722777" y="666817"/>
                </a:lnTo>
                <a:lnTo>
                  <a:pt x="3722777" y="362096"/>
                </a:lnTo>
                <a:close/>
                <a:moveTo>
                  <a:pt x="5459399" y="233390"/>
                </a:moveTo>
                <a:lnTo>
                  <a:pt x="5459399" y="427023"/>
                </a:lnTo>
                <a:lnTo>
                  <a:pt x="5632859" y="427023"/>
                </a:lnTo>
                <a:lnTo>
                  <a:pt x="5632859" y="233390"/>
                </a:lnTo>
                <a:close/>
                <a:moveTo>
                  <a:pt x="4430699" y="233390"/>
                </a:moveTo>
                <a:lnTo>
                  <a:pt x="4430699" y="427023"/>
                </a:lnTo>
                <a:lnTo>
                  <a:pt x="4773601" y="427023"/>
                </a:lnTo>
                <a:lnTo>
                  <a:pt x="4773601" y="233390"/>
                </a:lnTo>
                <a:close/>
                <a:moveTo>
                  <a:pt x="0" y="0"/>
                </a:moveTo>
                <a:lnTo>
                  <a:pt x="5987464" y="0"/>
                </a:lnTo>
                <a:lnTo>
                  <a:pt x="5987464" y="851575"/>
                </a:lnTo>
                <a:lnTo>
                  <a:pt x="0" y="851575"/>
                </a:lnTo>
                <a:close/>
              </a:path>
            </a:pathLst>
          </a:custGeom>
          <a:solidFill>
            <a:schemeClr val="bg1">
              <a:alpha val="60000"/>
            </a:schemeClr>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grpSp>
        <p:nvGrpSpPr>
          <p:cNvPr id="12" name="Group 11">
            <a:extLst>
              <a:ext uri="{FF2B5EF4-FFF2-40B4-BE49-F238E27FC236}">
                <a16:creationId xmlns:a16="http://schemas.microsoft.com/office/drawing/2014/main" id="{AC0A9F22-1A0B-2191-333D-0925BEF96E4C}"/>
              </a:ext>
            </a:extLst>
          </p:cNvPr>
          <p:cNvGrpSpPr/>
          <p:nvPr/>
        </p:nvGrpSpPr>
        <p:grpSpPr>
          <a:xfrm>
            <a:off x="486891" y="3149236"/>
            <a:ext cx="3797577" cy="606892"/>
            <a:chOff x="2150382" y="5462120"/>
            <a:chExt cx="3489639" cy="557680"/>
          </a:xfrm>
        </p:grpSpPr>
        <p:pic>
          <p:nvPicPr>
            <p:cNvPr id="13" name="Picture 12" descr="A screenshot of a computer&#10;&#10;Description automatically generated">
              <a:extLst>
                <a:ext uri="{FF2B5EF4-FFF2-40B4-BE49-F238E27FC236}">
                  <a16:creationId xmlns:a16="http://schemas.microsoft.com/office/drawing/2014/main" id="{068AFFF6-7ACA-8529-933D-0E5A23EE0614}"/>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238603" y="5469606"/>
              <a:ext cx="3328756" cy="550194"/>
            </a:xfrm>
            <a:prstGeom prst="rect">
              <a:avLst/>
            </a:prstGeom>
          </p:spPr>
        </p:pic>
        <p:cxnSp>
          <p:nvCxnSpPr>
            <p:cNvPr id="14" name="Straight Connector 13">
              <a:extLst>
                <a:ext uri="{FF2B5EF4-FFF2-40B4-BE49-F238E27FC236}">
                  <a16:creationId xmlns:a16="http://schemas.microsoft.com/office/drawing/2014/main" id="{132CBBAA-DA7E-6F32-B13B-A68D18808411}"/>
                </a:ext>
              </a:extLst>
            </p:cNvPr>
            <p:cNvCxnSpPr>
              <a:cxnSpLocks/>
            </p:cNvCxnSpPr>
            <p:nvPr userDrawn="1"/>
          </p:nvCxnSpPr>
          <p:spPr>
            <a:xfrm>
              <a:off x="2150382" y="5462120"/>
              <a:ext cx="34896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5" name="Picture 14">
            <a:extLst>
              <a:ext uri="{FF2B5EF4-FFF2-40B4-BE49-F238E27FC236}">
                <a16:creationId xmlns:a16="http://schemas.microsoft.com/office/drawing/2014/main" id="{5D71AA09-C6F1-863A-85E9-191A85D293B3}"/>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4385034" y="3055831"/>
            <a:ext cx="1888188" cy="696261"/>
          </a:xfrm>
          <a:prstGeom prst="rect">
            <a:avLst/>
          </a:prstGeom>
        </p:spPr>
      </p:pic>
      <p:sp>
        <p:nvSpPr>
          <p:cNvPr id="16" name="Freeform 15">
            <a:extLst>
              <a:ext uri="{FF2B5EF4-FFF2-40B4-BE49-F238E27FC236}">
                <a16:creationId xmlns:a16="http://schemas.microsoft.com/office/drawing/2014/main" id="{F4A963C3-B2D3-05B9-138C-3491CDD4E72D}"/>
              </a:ext>
            </a:extLst>
          </p:cNvPr>
          <p:cNvSpPr/>
          <p:nvPr/>
        </p:nvSpPr>
        <p:spPr bwMode="auto">
          <a:xfrm>
            <a:off x="343407" y="2844157"/>
            <a:ext cx="6030381" cy="1030712"/>
          </a:xfrm>
          <a:custGeom>
            <a:avLst/>
            <a:gdLst>
              <a:gd name="connsiteX0" fmla="*/ 4093968 w 6030381"/>
              <a:gd name="connsiteY0" fmla="*/ 629962 h 1030712"/>
              <a:gd name="connsiteX1" fmla="*/ 4093968 w 6030381"/>
              <a:gd name="connsiteY1" fmla="*/ 839244 h 1030712"/>
              <a:gd name="connsiteX2" fmla="*/ 4488366 w 6030381"/>
              <a:gd name="connsiteY2" fmla="*/ 839244 h 1030712"/>
              <a:gd name="connsiteX3" fmla="*/ 4488366 w 6030381"/>
              <a:gd name="connsiteY3" fmla="*/ 629962 h 1030712"/>
              <a:gd name="connsiteX4" fmla="*/ 2326191 w 6030381"/>
              <a:gd name="connsiteY4" fmla="*/ 575099 h 1030712"/>
              <a:gd name="connsiteX5" fmla="*/ 2326191 w 6030381"/>
              <a:gd name="connsiteY5" fmla="*/ 875758 h 1030712"/>
              <a:gd name="connsiteX6" fmla="*/ 3031767 w 6030381"/>
              <a:gd name="connsiteY6" fmla="*/ 875758 h 1030712"/>
              <a:gd name="connsiteX7" fmla="*/ 3031767 w 6030381"/>
              <a:gd name="connsiteY7" fmla="*/ 575099 h 1030712"/>
              <a:gd name="connsiteX8" fmla="*/ 5675775 w 6030381"/>
              <a:gd name="connsiteY8" fmla="*/ 431967 h 1030712"/>
              <a:gd name="connsiteX9" fmla="*/ 5675775 w 6030381"/>
              <a:gd name="connsiteY9" fmla="*/ 641249 h 1030712"/>
              <a:gd name="connsiteX10" fmla="*/ 5864434 w 6030381"/>
              <a:gd name="connsiteY10" fmla="*/ 641249 h 1030712"/>
              <a:gd name="connsiteX11" fmla="*/ 5864434 w 6030381"/>
              <a:gd name="connsiteY11" fmla="*/ 431967 h 1030712"/>
              <a:gd name="connsiteX12" fmla="*/ 0 w 6030381"/>
              <a:gd name="connsiteY12" fmla="*/ 0 h 1030712"/>
              <a:gd name="connsiteX13" fmla="*/ 6030381 w 6030381"/>
              <a:gd name="connsiteY13" fmla="*/ 0 h 1030712"/>
              <a:gd name="connsiteX14" fmla="*/ 6030381 w 6030381"/>
              <a:gd name="connsiteY14" fmla="*/ 1030712 h 1030712"/>
              <a:gd name="connsiteX15" fmla="*/ 0 w 6030381"/>
              <a:gd name="connsiteY15" fmla="*/ 1030712 h 103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30381" h="1030712">
                <a:moveTo>
                  <a:pt x="4093968" y="629962"/>
                </a:moveTo>
                <a:lnTo>
                  <a:pt x="4093968" y="839244"/>
                </a:lnTo>
                <a:lnTo>
                  <a:pt x="4488366" y="839244"/>
                </a:lnTo>
                <a:lnTo>
                  <a:pt x="4488366" y="629962"/>
                </a:lnTo>
                <a:close/>
                <a:moveTo>
                  <a:pt x="2326191" y="575099"/>
                </a:moveTo>
                <a:lnTo>
                  <a:pt x="2326191" y="875758"/>
                </a:lnTo>
                <a:lnTo>
                  <a:pt x="3031767" y="875758"/>
                </a:lnTo>
                <a:lnTo>
                  <a:pt x="3031767" y="575099"/>
                </a:lnTo>
                <a:close/>
                <a:moveTo>
                  <a:pt x="5675775" y="431967"/>
                </a:moveTo>
                <a:lnTo>
                  <a:pt x="5675775" y="641249"/>
                </a:lnTo>
                <a:lnTo>
                  <a:pt x="5864434" y="641249"/>
                </a:lnTo>
                <a:lnTo>
                  <a:pt x="5864434" y="431967"/>
                </a:lnTo>
                <a:close/>
                <a:moveTo>
                  <a:pt x="0" y="0"/>
                </a:moveTo>
                <a:lnTo>
                  <a:pt x="6030381" y="0"/>
                </a:lnTo>
                <a:lnTo>
                  <a:pt x="6030381" y="1030712"/>
                </a:lnTo>
                <a:lnTo>
                  <a:pt x="0" y="1030712"/>
                </a:lnTo>
                <a:close/>
              </a:path>
            </a:pathLst>
          </a:custGeom>
          <a:solidFill>
            <a:schemeClr val="bg1">
              <a:alpha val="60000"/>
            </a:schemeClr>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grpSp>
        <p:nvGrpSpPr>
          <p:cNvPr id="17" name="Group 16">
            <a:extLst>
              <a:ext uri="{FF2B5EF4-FFF2-40B4-BE49-F238E27FC236}">
                <a16:creationId xmlns:a16="http://schemas.microsoft.com/office/drawing/2014/main" id="{AF874076-429E-B876-446D-9528FC81007F}"/>
              </a:ext>
            </a:extLst>
          </p:cNvPr>
          <p:cNvGrpSpPr/>
          <p:nvPr/>
        </p:nvGrpSpPr>
        <p:grpSpPr>
          <a:xfrm>
            <a:off x="486891" y="1495982"/>
            <a:ext cx="3797577" cy="1088892"/>
            <a:chOff x="2150382" y="5462120"/>
            <a:chExt cx="3489639" cy="1088892"/>
          </a:xfrm>
        </p:grpSpPr>
        <p:pic>
          <p:nvPicPr>
            <p:cNvPr id="18" name="Picture 17" descr="A screenshot of a computer&#10;&#10;Description automatically generated">
              <a:extLst>
                <a:ext uri="{FF2B5EF4-FFF2-40B4-BE49-F238E27FC236}">
                  <a16:creationId xmlns:a16="http://schemas.microsoft.com/office/drawing/2014/main" id="{F5290B7C-E0B0-469B-719A-322441DFB27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238603" y="5952267"/>
              <a:ext cx="3328756" cy="598745"/>
            </a:xfrm>
            <a:prstGeom prst="rect">
              <a:avLst/>
            </a:prstGeom>
          </p:spPr>
        </p:pic>
        <p:cxnSp>
          <p:nvCxnSpPr>
            <p:cNvPr id="19" name="Straight Connector 18">
              <a:extLst>
                <a:ext uri="{FF2B5EF4-FFF2-40B4-BE49-F238E27FC236}">
                  <a16:creationId xmlns:a16="http://schemas.microsoft.com/office/drawing/2014/main" id="{4913B351-7C90-BC2C-C783-84D0A1C0BA83}"/>
                </a:ext>
              </a:extLst>
            </p:cNvPr>
            <p:cNvCxnSpPr>
              <a:cxnSpLocks/>
            </p:cNvCxnSpPr>
            <p:nvPr userDrawn="1"/>
          </p:nvCxnSpPr>
          <p:spPr>
            <a:xfrm>
              <a:off x="2150382" y="5462120"/>
              <a:ext cx="34896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 name="Picture 19">
            <a:extLst>
              <a:ext uri="{FF2B5EF4-FFF2-40B4-BE49-F238E27FC236}">
                <a16:creationId xmlns:a16="http://schemas.microsoft.com/office/drawing/2014/main" id="{5B5A2E3D-8601-8525-6EFC-F234C9D98F08}"/>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4385034" y="1884577"/>
            <a:ext cx="1888188" cy="696261"/>
          </a:xfrm>
          <a:prstGeom prst="rect">
            <a:avLst/>
          </a:prstGeom>
        </p:spPr>
      </p:pic>
      <p:sp>
        <p:nvSpPr>
          <p:cNvPr id="21" name="Freeform 20">
            <a:extLst>
              <a:ext uri="{FF2B5EF4-FFF2-40B4-BE49-F238E27FC236}">
                <a16:creationId xmlns:a16="http://schemas.microsoft.com/office/drawing/2014/main" id="{5D88E08B-E020-17ED-132A-96B6A34DA0C3}"/>
              </a:ext>
            </a:extLst>
          </p:cNvPr>
          <p:cNvSpPr/>
          <p:nvPr/>
        </p:nvSpPr>
        <p:spPr bwMode="auto">
          <a:xfrm>
            <a:off x="386324" y="1798048"/>
            <a:ext cx="6155817" cy="875758"/>
          </a:xfrm>
          <a:custGeom>
            <a:avLst/>
            <a:gdLst>
              <a:gd name="connsiteX0" fmla="*/ 221693 w 6155817"/>
              <a:gd name="connsiteY0" fmla="*/ 449954 h 875758"/>
              <a:gd name="connsiteX1" fmla="*/ 221693 w 6155817"/>
              <a:gd name="connsiteY1" fmla="*/ 750613 h 875758"/>
              <a:gd name="connsiteX2" fmla="*/ 2225361 w 6155817"/>
              <a:gd name="connsiteY2" fmla="*/ 750613 h 875758"/>
              <a:gd name="connsiteX3" fmla="*/ 2225361 w 6155817"/>
              <a:gd name="connsiteY3" fmla="*/ 449954 h 875758"/>
              <a:gd name="connsiteX4" fmla="*/ 4051051 w 6155817"/>
              <a:gd name="connsiteY4" fmla="*/ 399790 h 875758"/>
              <a:gd name="connsiteX5" fmla="*/ 4051051 w 6155817"/>
              <a:gd name="connsiteY5" fmla="*/ 609072 h 875758"/>
              <a:gd name="connsiteX6" fmla="*/ 5632859 w 6155817"/>
              <a:gd name="connsiteY6" fmla="*/ 609072 h 875758"/>
              <a:gd name="connsiteX7" fmla="*/ 5632859 w 6155817"/>
              <a:gd name="connsiteY7" fmla="*/ 399790 h 875758"/>
              <a:gd name="connsiteX8" fmla="*/ 0 w 6155817"/>
              <a:gd name="connsiteY8" fmla="*/ 0 h 875758"/>
              <a:gd name="connsiteX9" fmla="*/ 6155817 w 6155817"/>
              <a:gd name="connsiteY9" fmla="*/ 0 h 875758"/>
              <a:gd name="connsiteX10" fmla="*/ 6155817 w 6155817"/>
              <a:gd name="connsiteY10" fmla="*/ 875758 h 875758"/>
              <a:gd name="connsiteX11" fmla="*/ 0 w 6155817"/>
              <a:gd name="connsiteY11" fmla="*/ 875758 h 875758"/>
              <a:gd name="connsiteX0" fmla="*/ 221693 w 6155817"/>
              <a:gd name="connsiteY0" fmla="*/ 449954 h 875758"/>
              <a:gd name="connsiteX1" fmla="*/ 221693 w 6155817"/>
              <a:gd name="connsiteY1" fmla="*/ 750613 h 875758"/>
              <a:gd name="connsiteX2" fmla="*/ 2225361 w 6155817"/>
              <a:gd name="connsiteY2" fmla="*/ 750613 h 875758"/>
              <a:gd name="connsiteX3" fmla="*/ 2225361 w 6155817"/>
              <a:gd name="connsiteY3" fmla="*/ 449954 h 875758"/>
              <a:gd name="connsiteX4" fmla="*/ 221693 w 6155817"/>
              <a:gd name="connsiteY4" fmla="*/ 449954 h 875758"/>
              <a:gd name="connsiteX5" fmla="*/ 4051051 w 6155817"/>
              <a:gd name="connsiteY5" fmla="*/ 305660 h 875758"/>
              <a:gd name="connsiteX6" fmla="*/ 4051051 w 6155817"/>
              <a:gd name="connsiteY6" fmla="*/ 609072 h 875758"/>
              <a:gd name="connsiteX7" fmla="*/ 5632859 w 6155817"/>
              <a:gd name="connsiteY7" fmla="*/ 609072 h 875758"/>
              <a:gd name="connsiteX8" fmla="*/ 5632859 w 6155817"/>
              <a:gd name="connsiteY8" fmla="*/ 399790 h 875758"/>
              <a:gd name="connsiteX9" fmla="*/ 4051051 w 6155817"/>
              <a:gd name="connsiteY9" fmla="*/ 305660 h 875758"/>
              <a:gd name="connsiteX10" fmla="*/ 0 w 6155817"/>
              <a:gd name="connsiteY10" fmla="*/ 0 h 875758"/>
              <a:gd name="connsiteX11" fmla="*/ 6155817 w 6155817"/>
              <a:gd name="connsiteY11" fmla="*/ 0 h 875758"/>
              <a:gd name="connsiteX12" fmla="*/ 6155817 w 6155817"/>
              <a:gd name="connsiteY12" fmla="*/ 875758 h 875758"/>
              <a:gd name="connsiteX13" fmla="*/ 0 w 6155817"/>
              <a:gd name="connsiteY13" fmla="*/ 875758 h 875758"/>
              <a:gd name="connsiteX14" fmla="*/ 0 w 6155817"/>
              <a:gd name="connsiteY14" fmla="*/ 0 h 875758"/>
              <a:gd name="connsiteX0" fmla="*/ 221693 w 6155817"/>
              <a:gd name="connsiteY0" fmla="*/ 449954 h 875758"/>
              <a:gd name="connsiteX1" fmla="*/ 221693 w 6155817"/>
              <a:gd name="connsiteY1" fmla="*/ 750613 h 875758"/>
              <a:gd name="connsiteX2" fmla="*/ 2225361 w 6155817"/>
              <a:gd name="connsiteY2" fmla="*/ 750613 h 875758"/>
              <a:gd name="connsiteX3" fmla="*/ 2225361 w 6155817"/>
              <a:gd name="connsiteY3" fmla="*/ 449954 h 875758"/>
              <a:gd name="connsiteX4" fmla="*/ 221693 w 6155817"/>
              <a:gd name="connsiteY4" fmla="*/ 449954 h 875758"/>
              <a:gd name="connsiteX5" fmla="*/ 4051051 w 6155817"/>
              <a:gd name="connsiteY5" fmla="*/ 305660 h 875758"/>
              <a:gd name="connsiteX6" fmla="*/ 4051051 w 6155817"/>
              <a:gd name="connsiteY6" fmla="*/ 521666 h 875758"/>
              <a:gd name="connsiteX7" fmla="*/ 5632859 w 6155817"/>
              <a:gd name="connsiteY7" fmla="*/ 609072 h 875758"/>
              <a:gd name="connsiteX8" fmla="*/ 5632859 w 6155817"/>
              <a:gd name="connsiteY8" fmla="*/ 399790 h 875758"/>
              <a:gd name="connsiteX9" fmla="*/ 4051051 w 6155817"/>
              <a:gd name="connsiteY9" fmla="*/ 305660 h 875758"/>
              <a:gd name="connsiteX10" fmla="*/ 0 w 6155817"/>
              <a:gd name="connsiteY10" fmla="*/ 0 h 875758"/>
              <a:gd name="connsiteX11" fmla="*/ 6155817 w 6155817"/>
              <a:gd name="connsiteY11" fmla="*/ 0 h 875758"/>
              <a:gd name="connsiteX12" fmla="*/ 6155817 w 6155817"/>
              <a:gd name="connsiteY12" fmla="*/ 875758 h 875758"/>
              <a:gd name="connsiteX13" fmla="*/ 0 w 6155817"/>
              <a:gd name="connsiteY13" fmla="*/ 875758 h 875758"/>
              <a:gd name="connsiteX14" fmla="*/ 0 w 6155817"/>
              <a:gd name="connsiteY14" fmla="*/ 0 h 875758"/>
              <a:gd name="connsiteX0" fmla="*/ 221693 w 6155817"/>
              <a:gd name="connsiteY0" fmla="*/ 449954 h 875758"/>
              <a:gd name="connsiteX1" fmla="*/ 221693 w 6155817"/>
              <a:gd name="connsiteY1" fmla="*/ 750613 h 875758"/>
              <a:gd name="connsiteX2" fmla="*/ 2225361 w 6155817"/>
              <a:gd name="connsiteY2" fmla="*/ 750613 h 875758"/>
              <a:gd name="connsiteX3" fmla="*/ 2225361 w 6155817"/>
              <a:gd name="connsiteY3" fmla="*/ 449954 h 875758"/>
              <a:gd name="connsiteX4" fmla="*/ 221693 w 6155817"/>
              <a:gd name="connsiteY4" fmla="*/ 449954 h 875758"/>
              <a:gd name="connsiteX5" fmla="*/ 4051051 w 6155817"/>
              <a:gd name="connsiteY5" fmla="*/ 305660 h 875758"/>
              <a:gd name="connsiteX6" fmla="*/ 4051051 w 6155817"/>
              <a:gd name="connsiteY6" fmla="*/ 521666 h 875758"/>
              <a:gd name="connsiteX7" fmla="*/ 5632859 w 6155817"/>
              <a:gd name="connsiteY7" fmla="*/ 609072 h 875758"/>
              <a:gd name="connsiteX8" fmla="*/ 5626135 w 6155817"/>
              <a:gd name="connsiteY8" fmla="*/ 305661 h 875758"/>
              <a:gd name="connsiteX9" fmla="*/ 4051051 w 6155817"/>
              <a:gd name="connsiteY9" fmla="*/ 305660 h 875758"/>
              <a:gd name="connsiteX10" fmla="*/ 0 w 6155817"/>
              <a:gd name="connsiteY10" fmla="*/ 0 h 875758"/>
              <a:gd name="connsiteX11" fmla="*/ 6155817 w 6155817"/>
              <a:gd name="connsiteY11" fmla="*/ 0 h 875758"/>
              <a:gd name="connsiteX12" fmla="*/ 6155817 w 6155817"/>
              <a:gd name="connsiteY12" fmla="*/ 875758 h 875758"/>
              <a:gd name="connsiteX13" fmla="*/ 0 w 6155817"/>
              <a:gd name="connsiteY13" fmla="*/ 875758 h 875758"/>
              <a:gd name="connsiteX14" fmla="*/ 0 w 6155817"/>
              <a:gd name="connsiteY14" fmla="*/ 0 h 875758"/>
              <a:gd name="connsiteX0" fmla="*/ 221693 w 6155817"/>
              <a:gd name="connsiteY0" fmla="*/ 449954 h 875758"/>
              <a:gd name="connsiteX1" fmla="*/ 221693 w 6155817"/>
              <a:gd name="connsiteY1" fmla="*/ 750613 h 875758"/>
              <a:gd name="connsiteX2" fmla="*/ 2225361 w 6155817"/>
              <a:gd name="connsiteY2" fmla="*/ 750613 h 875758"/>
              <a:gd name="connsiteX3" fmla="*/ 2225361 w 6155817"/>
              <a:gd name="connsiteY3" fmla="*/ 449954 h 875758"/>
              <a:gd name="connsiteX4" fmla="*/ 221693 w 6155817"/>
              <a:gd name="connsiteY4" fmla="*/ 449954 h 875758"/>
              <a:gd name="connsiteX5" fmla="*/ 4051051 w 6155817"/>
              <a:gd name="connsiteY5" fmla="*/ 305660 h 875758"/>
              <a:gd name="connsiteX6" fmla="*/ 4051051 w 6155817"/>
              <a:gd name="connsiteY6" fmla="*/ 521666 h 875758"/>
              <a:gd name="connsiteX7" fmla="*/ 5646306 w 6155817"/>
              <a:gd name="connsiteY7" fmla="*/ 514942 h 875758"/>
              <a:gd name="connsiteX8" fmla="*/ 5626135 w 6155817"/>
              <a:gd name="connsiteY8" fmla="*/ 305661 h 875758"/>
              <a:gd name="connsiteX9" fmla="*/ 4051051 w 6155817"/>
              <a:gd name="connsiteY9" fmla="*/ 305660 h 875758"/>
              <a:gd name="connsiteX10" fmla="*/ 0 w 6155817"/>
              <a:gd name="connsiteY10" fmla="*/ 0 h 875758"/>
              <a:gd name="connsiteX11" fmla="*/ 6155817 w 6155817"/>
              <a:gd name="connsiteY11" fmla="*/ 0 h 875758"/>
              <a:gd name="connsiteX12" fmla="*/ 6155817 w 6155817"/>
              <a:gd name="connsiteY12" fmla="*/ 875758 h 875758"/>
              <a:gd name="connsiteX13" fmla="*/ 0 w 6155817"/>
              <a:gd name="connsiteY13" fmla="*/ 875758 h 875758"/>
              <a:gd name="connsiteX14" fmla="*/ 0 w 6155817"/>
              <a:gd name="connsiteY14" fmla="*/ 0 h 875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55817" h="875758">
                <a:moveTo>
                  <a:pt x="221693" y="449954"/>
                </a:moveTo>
                <a:lnTo>
                  <a:pt x="221693" y="750613"/>
                </a:lnTo>
                <a:lnTo>
                  <a:pt x="2225361" y="750613"/>
                </a:lnTo>
                <a:lnTo>
                  <a:pt x="2225361" y="449954"/>
                </a:lnTo>
                <a:lnTo>
                  <a:pt x="221693" y="449954"/>
                </a:lnTo>
                <a:close/>
                <a:moveTo>
                  <a:pt x="4051051" y="305660"/>
                </a:moveTo>
                <a:lnTo>
                  <a:pt x="4051051" y="521666"/>
                </a:lnTo>
                <a:lnTo>
                  <a:pt x="5646306" y="514942"/>
                </a:lnTo>
                <a:lnTo>
                  <a:pt x="5626135" y="305661"/>
                </a:lnTo>
                <a:lnTo>
                  <a:pt x="4051051" y="305660"/>
                </a:lnTo>
                <a:close/>
                <a:moveTo>
                  <a:pt x="0" y="0"/>
                </a:moveTo>
                <a:lnTo>
                  <a:pt x="6155817" y="0"/>
                </a:lnTo>
                <a:lnTo>
                  <a:pt x="6155817" y="875758"/>
                </a:lnTo>
                <a:lnTo>
                  <a:pt x="0" y="875758"/>
                </a:lnTo>
                <a:lnTo>
                  <a:pt x="0" y="0"/>
                </a:lnTo>
                <a:close/>
              </a:path>
            </a:pathLst>
          </a:custGeom>
          <a:solidFill>
            <a:schemeClr val="bg1">
              <a:alpha val="60000"/>
            </a:schemeClr>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22" name="Rectangle 21">
            <a:extLst>
              <a:ext uri="{FF2B5EF4-FFF2-40B4-BE49-F238E27FC236}">
                <a16:creationId xmlns:a16="http://schemas.microsoft.com/office/drawing/2014/main" id="{17AF50B2-89EF-2F0C-770E-F19FF949CF91}"/>
              </a:ext>
            </a:extLst>
          </p:cNvPr>
          <p:cNvSpPr/>
          <p:nvPr/>
        </p:nvSpPr>
        <p:spPr bwMode="auto">
          <a:xfrm>
            <a:off x="608017" y="2248002"/>
            <a:ext cx="2003668" cy="300659"/>
          </a:xfrm>
          <a:prstGeom prst="rect">
            <a:avLst/>
          </a:prstGeom>
          <a:noFill/>
          <a:ln w="25400">
            <a:solidFill>
              <a:schemeClr val="tx1"/>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23" name="Rectangle 22">
            <a:extLst>
              <a:ext uri="{FF2B5EF4-FFF2-40B4-BE49-F238E27FC236}">
                <a16:creationId xmlns:a16="http://schemas.microsoft.com/office/drawing/2014/main" id="{88926525-6677-2ABF-8C0E-153721ECFC76}"/>
              </a:ext>
            </a:extLst>
          </p:cNvPr>
          <p:cNvSpPr/>
          <p:nvPr/>
        </p:nvSpPr>
        <p:spPr bwMode="auto">
          <a:xfrm>
            <a:off x="4437375" y="2119159"/>
            <a:ext cx="1581808" cy="209282"/>
          </a:xfrm>
          <a:prstGeom prst="rect">
            <a:avLst/>
          </a:prstGeom>
          <a:noFill/>
          <a:ln w="25400">
            <a:solidFill>
              <a:schemeClr val="tx1"/>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24" name="TextBox 23">
            <a:extLst>
              <a:ext uri="{FF2B5EF4-FFF2-40B4-BE49-F238E27FC236}">
                <a16:creationId xmlns:a16="http://schemas.microsoft.com/office/drawing/2014/main" id="{5BE646E4-61C4-945B-F757-2980EEB4461D}"/>
              </a:ext>
            </a:extLst>
          </p:cNvPr>
          <p:cNvSpPr txBox="1"/>
          <p:nvPr/>
        </p:nvSpPr>
        <p:spPr>
          <a:xfrm>
            <a:off x="582897" y="1798048"/>
            <a:ext cx="3622497" cy="171788"/>
          </a:xfrm>
          <a:prstGeom prst="rect">
            <a:avLst/>
          </a:prstGeom>
          <a:noFill/>
        </p:spPr>
        <p:txBody>
          <a:bodyPr wrap="square" lIns="0" tIns="0" rIns="0" bIns="72000" rtlCol="0" anchor="t" anchorCtr="0">
            <a:noAutofit/>
          </a:bodyPr>
          <a:lstStyle/>
          <a:p>
            <a:pPr algn="ctr"/>
            <a:r>
              <a:rPr lang="en-US" sz="900" b="0" i="0" spc="0" baseline="0">
                <a:solidFill>
                  <a:schemeClr val="tx1"/>
                </a:solidFill>
                <a:latin typeface="+mj-lt"/>
                <a:ea typeface="Verdana" panose="020B0604030504040204" pitchFamily="34" charset="0"/>
                <a:cs typeface="Arial" panose="020B0604020202020204" pitchFamily="34" charset="0"/>
              </a:rPr>
              <a:t>Color swatch samples below slides that can have data visualization</a:t>
            </a:r>
          </a:p>
          <a:p>
            <a:pPr algn="ctr"/>
            <a:endParaRPr lang="en-US" sz="900" b="0" i="0" spc="0" baseline="0">
              <a:solidFill>
                <a:schemeClr val="tx1"/>
              </a:solidFill>
              <a:latin typeface="+mj-lt"/>
              <a:ea typeface="Verdana" panose="020B060403050404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4CA306F6-EC6F-1F9E-7817-7D38AC5F3CBC}"/>
              </a:ext>
            </a:extLst>
          </p:cNvPr>
          <p:cNvSpPr txBox="1"/>
          <p:nvPr/>
        </p:nvSpPr>
        <p:spPr>
          <a:xfrm>
            <a:off x="582897" y="2969302"/>
            <a:ext cx="3622497" cy="171788"/>
          </a:xfrm>
          <a:prstGeom prst="rect">
            <a:avLst/>
          </a:prstGeom>
          <a:noFill/>
        </p:spPr>
        <p:txBody>
          <a:bodyPr wrap="square" lIns="0" tIns="0" rIns="0" bIns="72000" rtlCol="0" anchor="t" anchorCtr="0">
            <a:noAutofit/>
          </a:bodyPr>
          <a:lstStyle/>
          <a:p>
            <a:pPr algn="ctr"/>
            <a:r>
              <a:rPr lang="en-US" sz="900" b="0" i="0" spc="0" baseline="0">
                <a:solidFill>
                  <a:schemeClr val="tx1"/>
                </a:solidFill>
                <a:latin typeface="+mj-lt"/>
                <a:ea typeface="Verdana" panose="020B0604030504040204" pitchFamily="34" charset="0"/>
                <a:cs typeface="Arial" panose="020B0604020202020204" pitchFamily="34" charset="0"/>
              </a:rPr>
              <a:t>Color swatch samples below slides that can have data visualization</a:t>
            </a:r>
          </a:p>
          <a:p>
            <a:pPr algn="ctr"/>
            <a:endParaRPr lang="en-US" sz="900" b="0" i="0" spc="0" baseline="0">
              <a:solidFill>
                <a:schemeClr val="tx1"/>
              </a:solidFill>
              <a:latin typeface="+mj-lt"/>
              <a:ea typeface="Verdana" panose="020B0604030504040204" pitchFamily="34" charset="0"/>
              <a:cs typeface="Arial" panose="020B0604020202020204" pitchFamily="34" charset="0"/>
            </a:endParaRPr>
          </a:p>
        </p:txBody>
      </p:sp>
      <p:sp>
        <p:nvSpPr>
          <p:cNvPr id="26" name="Freeform 25">
            <a:extLst>
              <a:ext uri="{FF2B5EF4-FFF2-40B4-BE49-F238E27FC236}">
                <a16:creationId xmlns:a16="http://schemas.microsoft.com/office/drawing/2014/main" id="{CB5AD156-075D-5180-440B-062EFB1250F9}"/>
              </a:ext>
            </a:extLst>
          </p:cNvPr>
          <p:cNvSpPr/>
          <p:nvPr/>
        </p:nvSpPr>
        <p:spPr bwMode="auto">
          <a:xfrm>
            <a:off x="2669598" y="3276124"/>
            <a:ext cx="3538243" cy="443791"/>
          </a:xfrm>
          <a:custGeom>
            <a:avLst/>
            <a:gdLst>
              <a:gd name="connsiteX0" fmla="*/ 1767777 w 3538243"/>
              <a:gd name="connsiteY0" fmla="*/ 197995 h 443791"/>
              <a:gd name="connsiteX1" fmla="*/ 2162175 w 3538243"/>
              <a:gd name="connsiteY1" fmla="*/ 197995 h 443791"/>
              <a:gd name="connsiteX2" fmla="*/ 2162175 w 3538243"/>
              <a:gd name="connsiteY2" fmla="*/ 407277 h 443791"/>
              <a:gd name="connsiteX3" fmla="*/ 1767777 w 3538243"/>
              <a:gd name="connsiteY3" fmla="*/ 407277 h 443791"/>
              <a:gd name="connsiteX4" fmla="*/ 0 w 3538243"/>
              <a:gd name="connsiteY4" fmla="*/ 143132 h 443791"/>
              <a:gd name="connsiteX5" fmla="*/ 705576 w 3538243"/>
              <a:gd name="connsiteY5" fmla="*/ 143132 h 443791"/>
              <a:gd name="connsiteX6" fmla="*/ 705576 w 3538243"/>
              <a:gd name="connsiteY6" fmla="*/ 443791 h 443791"/>
              <a:gd name="connsiteX7" fmla="*/ 0 w 3538243"/>
              <a:gd name="connsiteY7" fmla="*/ 443791 h 443791"/>
              <a:gd name="connsiteX8" fmla="*/ 3349584 w 3538243"/>
              <a:gd name="connsiteY8" fmla="*/ 0 h 443791"/>
              <a:gd name="connsiteX9" fmla="*/ 3538243 w 3538243"/>
              <a:gd name="connsiteY9" fmla="*/ 0 h 443791"/>
              <a:gd name="connsiteX10" fmla="*/ 3538243 w 3538243"/>
              <a:gd name="connsiteY10" fmla="*/ 209282 h 443791"/>
              <a:gd name="connsiteX11" fmla="*/ 3349584 w 3538243"/>
              <a:gd name="connsiteY11" fmla="*/ 209282 h 44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38243" h="443791">
                <a:moveTo>
                  <a:pt x="1767777" y="197995"/>
                </a:moveTo>
                <a:lnTo>
                  <a:pt x="2162175" y="197995"/>
                </a:lnTo>
                <a:lnTo>
                  <a:pt x="2162175" y="407277"/>
                </a:lnTo>
                <a:lnTo>
                  <a:pt x="1767777" y="407277"/>
                </a:lnTo>
                <a:close/>
                <a:moveTo>
                  <a:pt x="0" y="143132"/>
                </a:moveTo>
                <a:lnTo>
                  <a:pt x="705576" y="143132"/>
                </a:lnTo>
                <a:lnTo>
                  <a:pt x="705576" y="443791"/>
                </a:lnTo>
                <a:lnTo>
                  <a:pt x="0" y="443791"/>
                </a:lnTo>
                <a:close/>
                <a:moveTo>
                  <a:pt x="3349584" y="0"/>
                </a:moveTo>
                <a:lnTo>
                  <a:pt x="3538243" y="0"/>
                </a:lnTo>
                <a:lnTo>
                  <a:pt x="3538243" y="209282"/>
                </a:lnTo>
                <a:lnTo>
                  <a:pt x="3349584" y="209282"/>
                </a:lnTo>
                <a:close/>
              </a:path>
            </a:pathLst>
          </a:custGeom>
          <a:noFill/>
          <a:ln w="25400">
            <a:solidFill>
              <a:schemeClr val="tx1"/>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dirty="0">
              <a:solidFill>
                <a:schemeClr val="bg1"/>
              </a:solidFill>
              <a:latin typeface="+mn-lt"/>
              <a:ea typeface="Roboto" panose="02000000000000000000" pitchFamily="2" charset="0"/>
              <a:cs typeface="Segoe UI" panose="020B0502040204020203" pitchFamily="34" charset="0"/>
            </a:endParaRPr>
          </a:p>
        </p:txBody>
      </p:sp>
      <p:sp>
        <p:nvSpPr>
          <p:cNvPr id="27" name="TextBox 26">
            <a:extLst>
              <a:ext uri="{FF2B5EF4-FFF2-40B4-BE49-F238E27FC236}">
                <a16:creationId xmlns:a16="http://schemas.microsoft.com/office/drawing/2014/main" id="{9BD182D9-F00D-A500-6069-239CC46FC3CD}"/>
              </a:ext>
            </a:extLst>
          </p:cNvPr>
          <p:cNvSpPr txBox="1"/>
          <p:nvPr/>
        </p:nvSpPr>
        <p:spPr>
          <a:xfrm>
            <a:off x="582897" y="4354332"/>
            <a:ext cx="3622497" cy="171788"/>
          </a:xfrm>
          <a:prstGeom prst="rect">
            <a:avLst/>
          </a:prstGeom>
          <a:noFill/>
        </p:spPr>
        <p:txBody>
          <a:bodyPr wrap="square" lIns="0" tIns="0" rIns="0" bIns="72000" rtlCol="0" anchor="t" anchorCtr="0">
            <a:noAutofit/>
          </a:bodyPr>
          <a:lstStyle/>
          <a:p>
            <a:pPr algn="ctr"/>
            <a:r>
              <a:rPr lang="en-US" sz="900" b="0" i="0" spc="0" baseline="0">
                <a:solidFill>
                  <a:schemeClr val="tx1"/>
                </a:solidFill>
                <a:latin typeface="+mj-lt"/>
                <a:ea typeface="Verdana" panose="020B0604030504040204" pitchFamily="34" charset="0"/>
                <a:cs typeface="Arial" panose="020B0604020202020204" pitchFamily="34" charset="0"/>
              </a:rPr>
              <a:t>Color swatch samples below slides that can have data visualization</a:t>
            </a:r>
          </a:p>
          <a:p>
            <a:pPr algn="ctr"/>
            <a:endParaRPr lang="en-US" sz="900" b="0" i="0" spc="0" baseline="0">
              <a:solidFill>
                <a:schemeClr val="tx1"/>
              </a:solidFill>
              <a:latin typeface="+mj-lt"/>
              <a:ea typeface="Verdana" panose="020B060403050404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3E960347-3A22-6FA9-8459-D3FC0E1E5347}"/>
              </a:ext>
            </a:extLst>
          </p:cNvPr>
          <p:cNvSpPr/>
          <p:nvPr/>
        </p:nvSpPr>
        <p:spPr bwMode="auto">
          <a:xfrm>
            <a:off x="3460172" y="4802957"/>
            <a:ext cx="648929" cy="304721"/>
          </a:xfrm>
          <a:prstGeom prst="rect">
            <a:avLst/>
          </a:prstGeom>
          <a:noFill/>
          <a:ln w="25400">
            <a:solidFill>
              <a:schemeClr val="tx1"/>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29" name="Rectangle 28">
            <a:extLst>
              <a:ext uri="{FF2B5EF4-FFF2-40B4-BE49-F238E27FC236}">
                <a16:creationId xmlns:a16="http://schemas.microsoft.com/office/drawing/2014/main" id="{ADF35AF1-A893-1982-83B2-C2BA3618BE9A}"/>
              </a:ext>
            </a:extLst>
          </p:cNvPr>
          <p:cNvSpPr/>
          <p:nvPr/>
        </p:nvSpPr>
        <p:spPr bwMode="auto">
          <a:xfrm>
            <a:off x="4817023" y="4674251"/>
            <a:ext cx="342902" cy="193633"/>
          </a:xfrm>
          <a:prstGeom prst="rect">
            <a:avLst/>
          </a:prstGeom>
          <a:noFill/>
          <a:ln w="25400">
            <a:solidFill>
              <a:schemeClr val="tx1"/>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30" name="Rectangle 29">
            <a:extLst>
              <a:ext uri="{FF2B5EF4-FFF2-40B4-BE49-F238E27FC236}">
                <a16:creationId xmlns:a16="http://schemas.microsoft.com/office/drawing/2014/main" id="{6DA37674-544C-9CB8-D970-345C8D3AE74A}"/>
              </a:ext>
            </a:extLst>
          </p:cNvPr>
          <p:cNvSpPr/>
          <p:nvPr/>
        </p:nvSpPr>
        <p:spPr bwMode="auto">
          <a:xfrm>
            <a:off x="5845723" y="4674251"/>
            <a:ext cx="173460" cy="193633"/>
          </a:xfrm>
          <a:prstGeom prst="rect">
            <a:avLst/>
          </a:prstGeom>
          <a:noFill/>
          <a:ln w="25400">
            <a:solidFill>
              <a:schemeClr val="tx1"/>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35" name="TextBox 34">
            <a:extLst>
              <a:ext uri="{FF2B5EF4-FFF2-40B4-BE49-F238E27FC236}">
                <a16:creationId xmlns:a16="http://schemas.microsoft.com/office/drawing/2014/main" id="{93DDC546-EF89-C7D0-B561-AEED5CA36AF7}"/>
              </a:ext>
            </a:extLst>
          </p:cNvPr>
          <p:cNvSpPr txBox="1"/>
          <p:nvPr/>
        </p:nvSpPr>
        <p:spPr>
          <a:xfrm>
            <a:off x="6719643" y="5235566"/>
            <a:ext cx="5006665" cy="727364"/>
          </a:xfrm>
          <a:prstGeom prst="rect">
            <a:avLst/>
          </a:prstGeom>
          <a:noFill/>
        </p:spPr>
        <p:txBody>
          <a:bodyPr wrap="square" lIns="0" tIns="0" rIns="0" bIns="0" rtlCol="0" anchor="b" anchorCtr="0">
            <a:noAutofit/>
          </a:bodyPr>
          <a:lstStyle/>
          <a:p>
            <a:pPr algn="l">
              <a:spcAft>
                <a:spcPts val="1600"/>
              </a:spcAft>
            </a:pPr>
            <a:r>
              <a:rPr lang="en-US" sz="1100" b="1" dirty="0"/>
              <a:t>Note: these colors cannot be used as text or for non-color-coded visual use and must always have a Grounded Blue outline and text. More information about our data visualization colors can be found in our brand guidelines.</a:t>
            </a:r>
          </a:p>
        </p:txBody>
      </p:sp>
    </p:spTree>
    <p:extLst>
      <p:ext uri="{BB962C8B-B14F-4D97-AF65-F5344CB8AC3E}">
        <p14:creationId xmlns:p14="http://schemas.microsoft.com/office/powerpoint/2010/main" val="3428252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7FD143-E8B3-73EB-8227-4FA22066E37B}"/>
              </a:ext>
            </a:extLst>
          </p:cNvPr>
          <p:cNvSpPr>
            <a:spLocks noGrp="1"/>
          </p:cNvSpPr>
          <p:nvPr>
            <p:ph type="ftr" sz="quarter" idx="10"/>
          </p:nvPr>
        </p:nvSpPr>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A57289C6-8C50-404E-961E-78B0E2F8CCB5}"/>
              </a:ext>
            </a:extLst>
          </p:cNvPr>
          <p:cNvSpPr>
            <a:spLocks noGrp="1"/>
          </p:cNvSpPr>
          <p:nvPr>
            <p:ph type="sldNum" sz="quarter" idx="11"/>
          </p:nvPr>
        </p:nvSpPr>
        <p:spPr/>
        <p:txBody>
          <a:bodyPr/>
          <a:lstStyle/>
          <a:p>
            <a:fld id="{63DCA5C9-2E11-4C67-86EB-AE1DE127DC64}" type="slidenum">
              <a:rPr lang="en-US" smtClean="0"/>
              <a:pPr/>
              <a:t>7</a:t>
            </a:fld>
            <a:endParaRPr lang="en-US"/>
          </a:p>
        </p:txBody>
      </p:sp>
      <p:sp>
        <p:nvSpPr>
          <p:cNvPr id="5" name="Title 4">
            <a:extLst>
              <a:ext uri="{FF2B5EF4-FFF2-40B4-BE49-F238E27FC236}">
                <a16:creationId xmlns:a16="http://schemas.microsoft.com/office/drawing/2014/main" id="{93F075FD-4061-2B2C-3715-F35CBEFB3BAE}"/>
              </a:ext>
            </a:extLst>
          </p:cNvPr>
          <p:cNvSpPr>
            <a:spLocks noGrp="1"/>
          </p:cNvSpPr>
          <p:nvPr>
            <p:ph type="title"/>
          </p:nvPr>
        </p:nvSpPr>
        <p:spPr/>
        <p:txBody>
          <a:bodyPr/>
          <a:lstStyle/>
          <a:p>
            <a:r>
              <a:rPr lang="en-US" b="1" i="0" dirty="0">
                <a:solidFill>
                  <a:schemeClr val="tx1"/>
                </a:solidFill>
                <a:latin typeface="+mn-lt"/>
                <a:ea typeface="Roboto" panose="02000000000000000000" pitchFamily="2" charset="0"/>
                <a:cs typeface="Segoe UI" panose="020B0502040204020203" pitchFamily="34" charset="0"/>
              </a:rPr>
              <a:t>Data visualization palette usage</a:t>
            </a:r>
            <a:br>
              <a:rPr lang="en-US" b="1" i="0" dirty="0">
                <a:solidFill>
                  <a:schemeClr val="tx1"/>
                </a:solidFill>
                <a:latin typeface="+mn-lt"/>
                <a:ea typeface="Roboto" panose="02000000000000000000" pitchFamily="2" charset="0"/>
                <a:cs typeface="Segoe UI" panose="020B0502040204020203" pitchFamily="34" charset="0"/>
              </a:rPr>
            </a:br>
            <a:endParaRPr lang="en-US" dirty="0"/>
          </a:p>
        </p:txBody>
      </p:sp>
      <p:sp>
        <p:nvSpPr>
          <p:cNvPr id="76" name="Text Placeholder 75">
            <a:extLst>
              <a:ext uri="{FF2B5EF4-FFF2-40B4-BE49-F238E27FC236}">
                <a16:creationId xmlns:a16="http://schemas.microsoft.com/office/drawing/2014/main" id="{18472FFE-C0D5-D221-88E8-0E50FA5282DC}"/>
              </a:ext>
            </a:extLst>
          </p:cNvPr>
          <p:cNvSpPr>
            <a:spLocks noGrp="1"/>
          </p:cNvSpPr>
          <p:nvPr>
            <p:ph type="body" sz="quarter" idx="19"/>
          </p:nvPr>
        </p:nvSpPr>
        <p:spPr/>
        <p:txBody>
          <a:bodyPr/>
          <a:lstStyle/>
          <a:p>
            <a:r>
              <a:rPr kumimoji="0" lang="en-US" sz="900" b="1" i="0" u="none" strike="noStrike" kern="1200" cap="all" spc="100" normalizeH="0" baseline="0" noProof="0" dirty="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Instructions</a:t>
            </a:r>
            <a:endParaRPr lang="en-US" dirty="0"/>
          </a:p>
        </p:txBody>
      </p:sp>
      <p:grpSp>
        <p:nvGrpSpPr>
          <p:cNvPr id="7" name="Group 6">
            <a:extLst>
              <a:ext uri="{FF2B5EF4-FFF2-40B4-BE49-F238E27FC236}">
                <a16:creationId xmlns:a16="http://schemas.microsoft.com/office/drawing/2014/main" id="{1CACEAA1-0815-A262-A94A-6B2C1E6A090E}"/>
              </a:ext>
            </a:extLst>
          </p:cNvPr>
          <p:cNvGrpSpPr/>
          <p:nvPr/>
        </p:nvGrpSpPr>
        <p:grpSpPr>
          <a:xfrm>
            <a:off x="5925237" y="1509839"/>
            <a:ext cx="2304296" cy="1919162"/>
            <a:chOff x="2980941" y="834584"/>
            <a:chExt cx="6230118" cy="5188832"/>
          </a:xfrm>
        </p:grpSpPr>
        <p:sp>
          <p:nvSpPr>
            <p:cNvPr id="8" name="Circular Arrow 9">
              <a:extLst>
                <a:ext uri="{FF2B5EF4-FFF2-40B4-BE49-F238E27FC236}">
                  <a16:creationId xmlns:a16="http://schemas.microsoft.com/office/drawing/2014/main" id="{357A907C-D467-2CE4-F6AB-E3880E3CE336}"/>
                </a:ext>
              </a:extLst>
            </p:cNvPr>
            <p:cNvSpPr/>
            <p:nvPr/>
          </p:nvSpPr>
          <p:spPr>
            <a:xfrm>
              <a:off x="3562639" y="834584"/>
              <a:ext cx="5188832" cy="5188832"/>
            </a:xfrm>
            <a:prstGeom prst="circularArrow">
              <a:avLst>
                <a:gd name="adj1" fmla="val 6427"/>
                <a:gd name="adj2" fmla="val 534884"/>
                <a:gd name="adj3" fmla="val 13672495"/>
                <a:gd name="adj4" fmla="val 17369533"/>
                <a:gd name="adj5" fmla="val 5757"/>
              </a:avLst>
            </a:prstGeom>
            <a:solidFill>
              <a:schemeClr val="accent3"/>
            </a:solidFill>
            <a:effectLst/>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endParaRPr lang="en-US" sz="1100"/>
            </a:p>
          </p:txBody>
        </p:sp>
        <p:sp>
          <p:nvSpPr>
            <p:cNvPr id="9" name="Rectangle 8">
              <a:extLst>
                <a:ext uri="{FF2B5EF4-FFF2-40B4-BE49-F238E27FC236}">
                  <a16:creationId xmlns:a16="http://schemas.microsoft.com/office/drawing/2014/main" id="{4C7242C6-3894-8C94-07CA-54250384104D}"/>
                </a:ext>
              </a:extLst>
            </p:cNvPr>
            <p:cNvSpPr/>
            <p:nvPr/>
          </p:nvSpPr>
          <p:spPr>
            <a:xfrm>
              <a:off x="4996390" y="1144566"/>
              <a:ext cx="2286000" cy="893101"/>
            </a:xfrm>
            <a:prstGeom prst="rect">
              <a:avLst/>
            </a:prstGeom>
            <a:solidFill>
              <a:schemeClr val="tx1"/>
            </a:solidFill>
            <a:ln>
              <a:noFill/>
            </a:ln>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bg1"/>
                  </a:solidFill>
                </a:rPr>
                <a:t>New</a:t>
              </a:r>
            </a:p>
          </p:txBody>
        </p:sp>
        <p:sp>
          <p:nvSpPr>
            <p:cNvPr id="10" name="Rectangle 9">
              <a:extLst>
                <a:ext uri="{FF2B5EF4-FFF2-40B4-BE49-F238E27FC236}">
                  <a16:creationId xmlns:a16="http://schemas.microsoft.com/office/drawing/2014/main" id="{4BC68177-1F5A-BA62-A9EB-EC0F03ADB7D4}"/>
                </a:ext>
              </a:extLst>
            </p:cNvPr>
            <p:cNvSpPr/>
            <p:nvPr/>
          </p:nvSpPr>
          <p:spPr>
            <a:xfrm>
              <a:off x="6925059" y="2608374"/>
              <a:ext cx="2286000" cy="893101"/>
            </a:xfrm>
            <a:prstGeom prst="rect">
              <a:avLst/>
            </a:prstGeom>
            <a:solidFill>
              <a:schemeClr val="tx1"/>
            </a:solidFill>
            <a:ln>
              <a:noFill/>
            </a:ln>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bg1"/>
                  </a:solidFill>
                </a:rPr>
                <a:t>Approved</a:t>
              </a:r>
            </a:p>
          </p:txBody>
        </p:sp>
        <p:sp>
          <p:nvSpPr>
            <p:cNvPr id="11" name="Rectangle 10">
              <a:extLst>
                <a:ext uri="{FF2B5EF4-FFF2-40B4-BE49-F238E27FC236}">
                  <a16:creationId xmlns:a16="http://schemas.microsoft.com/office/drawing/2014/main" id="{86DD3755-CCF9-9812-F6D6-B4169F7A99A4}"/>
                </a:ext>
              </a:extLst>
            </p:cNvPr>
            <p:cNvSpPr/>
            <p:nvPr/>
          </p:nvSpPr>
          <p:spPr>
            <a:xfrm>
              <a:off x="6465471" y="4241715"/>
              <a:ext cx="2286000" cy="893101"/>
            </a:xfrm>
            <a:prstGeom prst="rect">
              <a:avLst/>
            </a:prstGeom>
            <a:solidFill>
              <a:schemeClr val="tx1"/>
            </a:solidFill>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bg1"/>
                  </a:solidFill>
                </a:rPr>
                <a:t>Committed</a:t>
              </a:r>
            </a:p>
          </p:txBody>
        </p:sp>
        <p:sp>
          <p:nvSpPr>
            <p:cNvPr id="12" name="Rectangle 11">
              <a:extLst>
                <a:ext uri="{FF2B5EF4-FFF2-40B4-BE49-F238E27FC236}">
                  <a16:creationId xmlns:a16="http://schemas.microsoft.com/office/drawing/2014/main" id="{C5AAFF83-AF84-31DF-4D89-47FAF0D013F9}"/>
                </a:ext>
              </a:extLst>
            </p:cNvPr>
            <p:cNvSpPr/>
            <p:nvPr/>
          </p:nvSpPr>
          <p:spPr>
            <a:xfrm>
              <a:off x="3640627" y="4237030"/>
              <a:ext cx="2286000" cy="893101"/>
            </a:xfrm>
            <a:prstGeom prst="rect">
              <a:avLst/>
            </a:prstGeom>
            <a:solidFill>
              <a:schemeClr val="tx1"/>
            </a:solidFill>
            <a:ln>
              <a:noFill/>
            </a:ln>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bg1"/>
                  </a:solidFill>
                </a:rPr>
                <a:t>Removed</a:t>
              </a:r>
            </a:p>
          </p:txBody>
        </p:sp>
        <p:sp>
          <p:nvSpPr>
            <p:cNvPr id="13" name="Rectangle 12">
              <a:extLst>
                <a:ext uri="{FF2B5EF4-FFF2-40B4-BE49-F238E27FC236}">
                  <a16:creationId xmlns:a16="http://schemas.microsoft.com/office/drawing/2014/main" id="{C32BF2CB-F2A8-058E-21F3-C4AF54346C23}"/>
                </a:ext>
              </a:extLst>
            </p:cNvPr>
            <p:cNvSpPr/>
            <p:nvPr/>
          </p:nvSpPr>
          <p:spPr>
            <a:xfrm>
              <a:off x="2980941" y="2606030"/>
              <a:ext cx="2286000" cy="893101"/>
            </a:xfrm>
            <a:prstGeom prst="rect">
              <a:avLst/>
            </a:prstGeom>
            <a:solidFill>
              <a:schemeClr val="tx1"/>
            </a:solidFill>
            <a:ln>
              <a:noFill/>
            </a:ln>
            <a:effectLst/>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bg1"/>
                  </a:solidFill>
                </a:rPr>
                <a:t>Done</a:t>
              </a:r>
            </a:p>
          </p:txBody>
        </p:sp>
      </p:grpSp>
      <p:grpSp>
        <p:nvGrpSpPr>
          <p:cNvPr id="14" name="Group 13">
            <a:extLst>
              <a:ext uri="{FF2B5EF4-FFF2-40B4-BE49-F238E27FC236}">
                <a16:creationId xmlns:a16="http://schemas.microsoft.com/office/drawing/2014/main" id="{87AFE66C-F469-2894-EFA7-51D9E1C7BDA7}"/>
              </a:ext>
            </a:extLst>
          </p:cNvPr>
          <p:cNvGrpSpPr/>
          <p:nvPr/>
        </p:nvGrpSpPr>
        <p:grpSpPr>
          <a:xfrm>
            <a:off x="8682679" y="1779512"/>
            <a:ext cx="2741174" cy="1152874"/>
            <a:chOff x="467763" y="1779512"/>
            <a:chExt cx="11256476" cy="4101019"/>
          </a:xfrm>
        </p:grpSpPr>
        <p:sp>
          <p:nvSpPr>
            <p:cNvPr id="15" name="TextBox 74">
              <a:extLst>
                <a:ext uri="{FF2B5EF4-FFF2-40B4-BE49-F238E27FC236}">
                  <a16:creationId xmlns:a16="http://schemas.microsoft.com/office/drawing/2014/main" id="{2BE29C32-4E20-1AF7-B937-D6660FAD3B34}"/>
                </a:ext>
              </a:extLst>
            </p:cNvPr>
            <p:cNvSpPr txBox="1"/>
            <p:nvPr userDrawn="1"/>
          </p:nvSpPr>
          <p:spPr>
            <a:xfrm>
              <a:off x="3912748" y="2928787"/>
              <a:ext cx="4366505" cy="1777549"/>
            </a:xfrm>
            <a:prstGeom prst="rect">
              <a:avLst/>
            </a:prstGeom>
            <a:solidFill>
              <a:schemeClr val="accent3"/>
            </a:solidFill>
            <a:ln w="117475">
              <a:noFill/>
            </a:ln>
          </p:spPr>
          <p:txBody>
            <a:bodyPr wrap="square" lIns="182880" tIns="0" rIns="18288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
                  <a:solidFill>
                    <a:schemeClr val="tx1"/>
                  </a:solidFill>
                  <a:cs typeface="Segoe UI"/>
                </a:rPr>
                <a:t>It all comes down to this</a:t>
              </a:r>
              <a:endParaRPr lang="en-US" sz="600">
                <a:solidFill>
                  <a:schemeClr val="tx1"/>
                </a:solidFill>
              </a:endParaRPr>
            </a:p>
          </p:txBody>
        </p:sp>
        <p:grpSp>
          <p:nvGrpSpPr>
            <p:cNvPr id="16" name="Group 15">
              <a:extLst>
                <a:ext uri="{FF2B5EF4-FFF2-40B4-BE49-F238E27FC236}">
                  <a16:creationId xmlns:a16="http://schemas.microsoft.com/office/drawing/2014/main" id="{2DB1365A-72DC-3522-BE75-3944A8355351}"/>
                </a:ext>
              </a:extLst>
            </p:cNvPr>
            <p:cNvGrpSpPr/>
            <p:nvPr userDrawn="1"/>
          </p:nvGrpSpPr>
          <p:grpSpPr>
            <a:xfrm>
              <a:off x="4446971" y="1779512"/>
              <a:ext cx="3298059" cy="1149275"/>
              <a:chOff x="4834161" y="1779512"/>
              <a:chExt cx="2523679" cy="1149275"/>
            </a:xfrm>
          </p:grpSpPr>
          <p:cxnSp>
            <p:nvCxnSpPr>
              <p:cNvPr id="59" name="Straight Arrow Connector 58">
                <a:extLst>
                  <a:ext uri="{FF2B5EF4-FFF2-40B4-BE49-F238E27FC236}">
                    <a16:creationId xmlns:a16="http://schemas.microsoft.com/office/drawing/2014/main" id="{80EA94DB-1808-0790-1157-6D6F98D2FCD8}"/>
                  </a:ext>
                </a:extLst>
              </p:cNvPr>
              <p:cNvCxnSpPr>
                <a:cxnSpLocks/>
              </p:cNvCxnSpPr>
              <p:nvPr/>
            </p:nvCxnSpPr>
            <p:spPr>
              <a:xfrm>
                <a:off x="6091629" y="2509808"/>
                <a:ext cx="0" cy="418979"/>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2B14A070-CA49-0C2A-B693-737D8838C074}"/>
                  </a:ext>
                </a:extLst>
              </p:cNvPr>
              <p:cNvGrpSpPr/>
              <p:nvPr/>
            </p:nvGrpSpPr>
            <p:grpSpPr>
              <a:xfrm>
                <a:off x="4834161" y="1779512"/>
                <a:ext cx="2523679" cy="875862"/>
                <a:chOff x="783024" y="2073565"/>
                <a:chExt cx="2948272" cy="1023220"/>
              </a:xfrm>
              <a:solidFill>
                <a:schemeClr val="accent4"/>
              </a:solidFill>
            </p:grpSpPr>
            <p:sp>
              <p:nvSpPr>
                <p:cNvPr id="61" name="Rectangle 60">
                  <a:extLst>
                    <a:ext uri="{FF2B5EF4-FFF2-40B4-BE49-F238E27FC236}">
                      <a16:creationId xmlns:a16="http://schemas.microsoft.com/office/drawing/2014/main" id="{0D961016-A333-27F0-8DB0-064E20D471F7}"/>
                    </a:ext>
                  </a:extLst>
                </p:cNvPr>
                <p:cNvSpPr/>
                <p:nvPr/>
              </p:nvSpPr>
              <p:spPr>
                <a:xfrm>
                  <a:off x="783024" y="2073565"/>
                  <a:ext cx="2948272"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62" name="Rectangle 61">
                  <a:extLst>
                    <a:ext uri="{FF2B5EF4-FFF2-40B4-BE49-F238E27FC236}">
                      <a16:creationId xmlns:a16="http://schemas.microsoft.com/office/drawing/2014/main" id="{88CA6407-4EE8-E295-253A-308D942E259E}"/>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63" name="Rectangle 62">
                  <a:extLst>
                    <a:ext uri="{FF2B5EF4-FFF2-40B4-BE49-F238E27FC236}">
                      <a16:creationId xmlns:a16="http://schemas.microsoft.com/office/drawing/2014/main" id="{7F6EDEC3-27E0-6FE7-C397-FD2BB384A6A6}"/>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nvGrpSpPr>
            <p:cNvPr id="17" name="Group 16">
              <a:extLst>
                <a:ext uri="{FF2B5EF4-FFF2-40B4-BE49-F238E27FC236}">
                  <a16:creationId xmlns:a16="http://schemas.microsoft.com/office/drawing/2014/main" id="{0357D601-C969-2220-DA05-DEEFB69BA57F}"/>
                </a:ext>
              </a:extLst>
            </p:cNvPr>
            <p:cNvGrpSpPr/>
            <p:nvPr userDrawn="1"/>
          </p:nvGrpSpPr>
          <p:grpSpPr>
            <a:xfrm>
              <a:off x="4446971" y="4699967"/>
              <a:ext cx="3298059" cy="1180564"/>
              <a:chOff x="4834161" y="4699967"/>
              <a:chExt cx="2523679" cy="1180564"/>
            </a:xfrm>
          </p:grpSpPr>
          <p:cxnSp>
            <p:nvCxnSpPr>
              <p:cNvPr id="54" name="Straight Arrow Connector 53">
                <a:extLst>
                  <a:ext uri="{FF2B5EF4-FFF2-40B4-BE49-F238E27FC236}">
                    <a16:creationId xmlns:a16="http://schemas.microsoft.com/office/drawing/2014/main" id="{F07D8BF3-011D-E31B-99AF-65B961E447DF}"/>
                  </a:ext>
                </a:extLst>
              </p:cNvPr>
              <p:cNvCxnSpPr>
                <a:cxnSpLocks/>
              </p:cNvCxnSpPr>
              <p:nvPr/>
            </p:nvCxnSpPr>
            <p:spPr>
              <a:xfrm flipV="1">
                <a:off x="6091629" y="4699967"/>
                <a:ext cx="0" cy="422665"/>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FB9F84EC-514F-85A0-1B0B-19ECAE9AF11F}"/>
                  </a:ext>
                </a:extLst>
              </p:cNvPr>
              <p:cNvGrpSpPr/>
              <p:nvPr/>
            </p:nvGrpSpPr>
            <p:grpSpPr>
              <a:xfrm>
                <a:off x="4834161" y="5004669"/>
                <a:ext cx="2523679" cy="875862"/>
                <a:chOff x="783024" y="2073565"/>
                <a:chExt cx="2948272" cy="1023220"/>
              </a:xfrm>
              <a:solidFill>
                <a:schemeClr val="accent4"/>
              </a:solidFill>
            </p:grpSpPr>
            <p:sp>
              <p:nvSpPr>
                <p:cNvPr id="56" name="Rectangle 55">
                  <a:extLst>
                    <a:ext uri="{FF2B5EF4-FFF2-40B4-BE49-F238E27FC236}">
                      <a16:creationId xmlns:a16="http://schemas.microsoft.com/office/drawing/2014/main" id="{90C966AE-93CB-5B49-FBA7-B79C126AC7F6}"/>
                    </a:ext>
                  </a:extLst>
                </p:cNvPr>
                <p:cNvSpPr/>
                <p:nvPr/>
              </p:nvSpPr>
              <p:spPr>
                <a:xfrm>
                  <a:off x="783024" y="2073565"/>
                  <a:ext cx="2948272"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57" name="Rectangle 56">
                  <a:extLst>
                    <a:ext uri="{FF2B5EF4-FFF2-40B4-BE49-F238E27FC236}">
                      <a16:creationId xmlns:a16="http://schemas.microsoft.com/office/drawing/2014/main" id="{B906DF15-2230-14AF-7D90-8058CFD9C80D}"/>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58" name="Rectangle 57">
                  <a:extLst>
                    <a:ext uri="{FF2B5EF4-FFF2-40B4-BE49-F238E27FC236}">
                      <a16:creationId xmlns:a16="http://schemas.microsoft.com/office/drawing/2014/main" id="{E3441298-4E85-60F4-37E0-0C0D40592D7C}"/>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nvGrpSpPr>
            <p:cNvPr id="18" name="Group 17">
              <a:extLst>
                <a:ext uri="{FF2B5EF4-FFF2-40B4-BE49-F238E27FC236}">
                  <a16:creationId xmlns:a16="http://schemas.microsoft.com/office/drawing/2014/main" id="{3A5F9AD5-8E17-B7F2-2AFF-D9561532B34C}"/>
                </a:ext>
              </a:extLst>
            </p:cNvPr>
            <p:cNvGrpSpPr/>
            <p:nvPr userDrawn="1"/>
          </p:nvGrpSpPr>
          <p:grpSpPr>
            <a:xfrm>
              <a:off x="8293486" y="2241595"/>
              <a:ext cx="3430753" cy="922590"/>
              <a:chOff x="7777519" y="2241595"/>
              <a:chExt cx="2625216" cy="922590"/>
            </a:xfrm>
          </p:grpSpPr>
          <p:cxnSp>
            <p:nvCxnSpPr>
              <p:cNvPr id="49" name="Straight Arrow Connector 48">
                <a:extLst>
                  <a:ext uri="{FF2B5EF4-FFF2-40B4-BE49-F238E27FC236}">
                    <a16:creationId xmlns:a16="http://schemas.microsoft.com/office/drawing/2014/main" id="{EFF5EEB7-81C3-8303-E66F-45E43286CC6F}"/>
                  </a:ext>
                </a:extLst>
              </p:cNvPr>
              <p:cNvCxnSpPr>
                <a:cxnSpLocks/>
              </p:cNvCxnSpPr>
              <p:nvPr/>
            </p:nvCxnSpPr>
            <p:spPr>
              <a:xfrm flipH="1">
                <a:off x="7777519" y="2805363"/>
                <a:ext cx="601505" cy="358822"/>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E333FB33-57CD-4547-8D1C-169E9B38A5A3}"/>
                  </a:ext>
                </a:extLst>
              </p:cNvPr>
              <p:cNvGrpSpPr/>
              <p:nvPr/>
            </p:nvGrpSpPr>
            <p:grpSpPr>
              <a:xfrm>
                <a:off x="8193577" y="2241595"/>
                <a:ext cx="2209158" cy="875862"/>
                <a:chOff x="966742" y="2073565"/>
                <a:chExt cx="2580835" cy="1023220"/>
              </a:xfrm>
              <a:solidFill>
                <a:schemeClr val="accent4"/>
              </a:solidFill>
            </p:grpSpPr>
            <p:sp>
              <p:nvSpPr>
                <p:cNvPr id="51" name="Rectangle 50">
                  <a:extLst>
                    <a:ext uri="{FF2B5EF4-FFF2-40B4-BE49-F238E27FC236}">
                      <a16:creationId xmlns:a16="http://schemas.microsoft.com/office/drawing/2014/main" id="{582A1BC6-9BD4-1CB5-8ECF-31D00BCCA097}"/>
                    </a:ext>
                  </a:extLst>
                </p:cNvPr>
                <p:cNvSpPr/>
                <p:nvPr/>
              </p:nvSpPr>
              <p:spPr>
                <a:xfrm>
                  <a:off x="966742" y="2073565"/>
                  <a:ext cx="2580835"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52" name="Rectangle 51">
                  <a:extLst>
                    <a:ext uri="{FF2B5EF4-FFF2-40B4-BE49-F238E27FC236}">
                      <a16:creationId xmlns:a16="http://schemas.microsoft.com/office/drawing/2014/main" id="{F0D73CB7-3641-995A-6016-FC8575309F25}"/>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53" name="Rectangle 52">
                  <a:extLst>
                    <a:ext uri="{FF2B5EF4-FFF2-40B4-BE49-F238E27FC236}">
                      <a16:creationId xmlns:a16="http://schemas.microsoft.com/office/drawing/2014/main" id="{F8AE5DDA-3938-87FA-F304-9E8F3FC20388}"/>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err="1">
                      <a:solidFill>
                        <a:schemeClr val="bg1"/>
                      </a:solidFill>
                    </a:rPr>
                    <a:t>Subhead</a:t>
                  </a:r>
                  <a:endParaRPr lang="nl-NL" sz="500" b="1">
                    <a:solidFill>
                      <a:schemeClr val="bg1"/>
                    </a:solidFill>
                  </a:endParaRPr>
                </a:p>
              </p:txBody>
            </p:sp>
          </p:grpSp>
        </p:grpSp>
        <p:grpSp>
          <p:nvGrpSpPr>
            <p:cNvPr id="19" name="Group 18">
              <a:extLst>
                <a:ext uri="{FF2B5EF4-FFF2-40B4-BE49-F238E27FC236}">
                  <a16:creationId xmlns:a16="http://schemas.microsoft.com/office/drawing/2014/main" id="{E1D5486E-C85C-2214-C373-65969AFB2254}"/>
                </a:ext>
              </a:extLst>
            </p:cNvPr>
            <p:cNvGrpSpPr/>
            <p:nvPr userDrawn="1"/>
          </p:nvGrpSpPr>
          <p:grpSpPr>
            <a:xfrm>
              <a:off x="8293486" y="4506021"/>
              <a:ext cx="3430753" cy="931285"/>
              <a:chOff x="7777519" y="4506021"/>
              <a:chExt cx="2625216" cy="931285"/>
            </a:xfrm>
          </p:grpSpPr>
          <p:cxnSp>
            <p:nvCxnSpPr>
              <p:cNvPr id="44" name="Straight Arrow Connector 43">
                <a:extLst>
                  <a:ext uri="{FF2B5EF4-FFF2-40B4-BE49-F238E27FC236}">
                    <a16:creationId xmlns:a16="http://schemas.microsoft.com/office/drawing/2014/main" id="{D165FEA2-5975-3892-C511-EF51F5DB288A}"/>
                  </a:ext>
                </a:extLst>
              </p:cNvPr>
              <p:cNvCxnSpPr>
                <a:cxnSpLocks/>
              </p:cNvCxnSpPr>
              <p:nvPr/>
            </p:nvCxnSpPr>
            <p:spPr>
              <a:xfrm flipH="1" flipV="1">
                <a:off x="7777519" y="4506021"/>
                <a:ext cx="601505" cy="358822"/>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149429E9-8533-E587-4F93-A4A4D1F0CCED}"/>
                  </a:ext>
                </a:extLst>
              </p:cNvPr>
              <p:cNvGrpSpPr/>
              <p:nvPr/>
            </p:nvGrpSpPr>
            <p:grpSpPr>
              <a:xfrm>
                <a:off x="8193577" y="4561444"/>
                <a:ext cx="2209158" cy="875862"/>
                <a:chOff x="966742" y="2073565"/>
                <a:chExt cx="2580835" cy="1023220"/>
              </a:xfrm>
              <a:solidFill>
                <a:schemeClr val="accent4"/>
              </a:solidFill>
            </p:grpSpPr>
            <p:sp>
              <p:nvSpPr>
                <p:cNvPr id="46" name="Rectangle 45">
                  <a:extLst>
                    <a:ext uri="{FF2B5EF4-FFF2-40B4-BE49-F238E27FC236}">
                      <a16:creationId xmlns:a16="http://schemas.microsoft.com/office/drawing/2014/main" id="{123AF373-6918-215A-86F1-7F1BE7861836}"/>
                    </a:ext>
                  </a:extLst>
                </p:cNvPr>
                <p:cNvSpPr/>
                <p:nvPr/>
              </p:nvSpPr>
              <p:spPr>
                <a:xfrm>
                  <a:off x="966742" y="2073565"/>
                  <a:ext cx="2580835"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47" name="Rectangle 46">
                  <a:extLst>
                    <a:ext uri="{FF2B5EF4-FFF2-40B4-BE49-F238E27FC236}">
                      <a16:creationId xmlns:a16="http://schemas.microsoft.com/office/drawing/2014/main" id="{22F8BCEF-6BA1-32C3-31F0-566544BBEE4A}"/>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48" name="Rectangle 47">
                  <a:extLst>
                    <a:ext uri="{FF2B5EF4-FFF2-40B4-BE49-F238E27FC236}">
                      <a16:creationId xmlns:a16="http://schemas.microsoft.com/office/drawing/2014/main" id="{24BBA230-E6DD-D28D-05E9-95D0F6A7C049}"/>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nvGrpSpPr>
            <p:cNvPr id="20" name="Group 19">
              <a:extLst>
                <a:ext uri="{FF2B5EF4-FFF2-40B4-BE49-F238E27FC236}">
                  <a16:creationId xmlns:a16="http://schemas.microsoft.com/office/drawing/2014/main" id="{777E2B3C-326B-60F1-6DA9-A9DD748B1DE0}"/>
                </a:ext>
              </a:extLst>
            </p:cNvPr>
            <p:cNvGrpSpPr/>
            <p:nvPr userDrawn="1"/>
          </p:nvGrpSpPr>
          <p:grpSpPr>
            <a:xfrm>
              <a:off x="8293486" y="3401521"/>
              <a:ext cx="3430753" cy="875862"/>
              <a:chOff x="7777519" y="3401521"/>
              <a:chExt cx="2625216" cy="875862"/>
            </a:xfrm>
          </p:grpSpPr>
          <p:cxnSp>
            <p:nvCxnSpPr>
              <p:cNvPr id="39" name="Straight Arrow Connector 38">
                <a:extLst>
                  <a:ext uri="{FF2B5EF4-FFF2-40B4-BE49-F238E27FC236}">
                    <a16:creationId xmlns:a16="http://schemas.microsoft.com/office/drawing/2014/main" id="{66E9E73F-FC8F-70C5-89CD-8D98B51C11E9}"/>
                  </a:ext>
                </a:extLst>
              </p:cNvPr>
              <p:cNvCxnSpPr>
                <a:cxnSpLocks/>
              </p:cNvCxnSpPr>
              <p:nvPr/>
            </p:nvCxnSpPr>
            <p:spPr>
              <a:xfrm flipH="1">
                <a:off x="7777519" y="3839452"/>
                <a:ext cx="898201" cy="0"/>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7B0783AF-9F59-4010-3ABA-765A1D0A0C0E}"/>
                  </a:ext>
                </a:extLst>
              </p:cNvPr>
              <p:cNvGrpSpPr/>
              <p:nvPr/>
            </p:nvGrpSpPr>
            <p:grpSpPr>
              <a:xfrm>
                <a:off x="8193577" y="3401521"/>
                <a:ext cx="2209158" cy="875862"/>
                <a:chOff x="966742" y="2073565"/>
                <a:chExt cx="2580835" cy="1023220"/>
              </a:xfrm>
              <a:solidFill>
                <a:schemeClr val="accent4"/>
              </a:solidFill>
            </p:grpSpPr>
            <p:sp>
              <p:nvSpPr>
                <p:cNvPr id="41" name="Rectangle 40">
                  <a:extLst>
                    <a:ext uri="{FF2B5EF4-FFF2-40B4-BE49-F238E27FC236}">
                      <a16:creationId xmlns:a16="http://schemas.microsoft.com/office/drawing/2014/main" id="{1CC669B3-2AA9-EDA7-3897-B173240CDE41}"/>
                    </a:ext>
                  </a:extLst>
                </p:cNvPr>
                <p:cNvSpPr/>
                <p:nvPr/>
              </p:nvSpPr>
              <p:spPr>
                <a:xfrm>
                  <a:off x="966742" y="2073565"/>
                  <a:ext cx="2580835"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42" name="Rectangle 41">
                  <a:extLst>
                    <a:ext uri="{FF2B5EF4-FFF2-40B4-BE49-F238E27FC236}">
                      <a16:creationId xmlns:a16="http://schemas.microsoft.com/office/drawing/2014/main" id="{8F70E044-D979-347E-42F9-BEE22E75F5F3}"/>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43" name="Rectangle 42">
                  <a:extLst>
                    <a:ext uri="{FF2B5EF4-FFF2-40B4-BE49-F238E27FC236}">
                      <a16:creationId xmlns:a16="http://schemas.microsoft.com/office/drawing/2014/main" id="{3CA49D4A-3A82-F351-4E47-4D142B8759D0}"/>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nvGrpSpPr>
            <p:cNvPr id="21" name="Group 20">
              <a:extLst>
                <a:ext uri="{FF2B5EF4-FFF2-40B4-BE49-F238E27FC236}">
                  <a16:creationId xmlns:a16="http://schemas.microsoft.com/office/drawing/2014/main" id="{9F2289E1-4F37-9D6D-EA78-C90FAF94F25F}"/>
                </a:ext>
              </a:extLst>
            </p:cNvPr>
            <p:cNvGrpSpPr/>
            <p:nvPr userDrawn="1"/>
          </p:nvGrpSpPr>
          <p:grpSpPr>
            <a:xfrm>
              <a:off x="467763" y="2241595"/>
              <a:ext cx="3417957" cy="922590"/>
              <a:chOff x="1789266" y="2241595"/>
              <a:chExt cx="2615425" cy="922590"/>
            </a:xfrm>
          </p:grpSpPr>
          <p:cxnSp>
            <p:nvCxnSpPr>
              <p:cNvPr id="34" name="Straight Arrow Connector 33">
                <a:extLst>
                  <a:ext uri="{FF2B5EF4-FFF2-40B4-BE49-F238E27FC236}">
                    <a16:creationId xmlns:a16="http://schemas.microsoft.com/office/drawing/2014/main" id="{7EA4B658-EDD6-3F88-A953-568EEC8D9646}"/>
                  </a:ext>
                </a:extLst>
              </p:cNvPr>
              <p:cNvCxnSpPr>
                <a:cxnSpLocks/>
              </p:cNvCxnSpPr>
              <p:nvPr/>
            </p:nvCxnSpPr>
            <p:spPr>
              <a:xfrm>
                <a:off x="3803186" y="2805363"/>
                <a:ext cx="601505" cy="358822"/>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CED6CD53-736F-068C-D80E-4AAF3C1A4C42}"/>
                  </a:ext>
                </a:extLst>
              </p:cNvPr>
              <p:cNvGrpSpPr/>
              <p:nvPr/>
            </p:nvGrpSpPr>
            <p:grpSpPr>
              <a:xfrm>
                <a:off x="1789266" y="2241595"/>
                <a:ext cx="2209159" cy="875862"/>
                <a:chOff x="966742" y="2073565"/>
                <a:chExt cx="2580835" cy="1023220"/>
              </a:xfrm>
              <a:solidFill>
                <a:schemeClr val="accent4"/>
              </a:solidFill>
            </p:grpSpPr>
            <p:sp>
              <p:nvSpPr>
                <p:cNvPr id="36" name="Rectangle 35">
                  <a:extLst>
                    <a:ext uri="{FF2B5EF4-FFF2-40B4-BE49-F238E27FC236}">
                      <a16:creationId xmlns:a16="http://schemas.microsoft.com/office/drawing/2014/main" id="{6B962C96-3F5A-7842-9026-321CAF21151A}"/>
                    </a:ext>
                  </a:extLst>
                </p:cNvPr>
                <p:cNvSpPr/>
                <p:nvPr/>
              </p:nvSpPr>
              <p:spPr>
                <a:xfrm>
                  <a:off x="966742" y="2073565"/>
                  <a:ext cx="2580835"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37" name="Rectangle 36">
                  <a:extLst>
                    <a:ext uri="{FF2B5EF4-FFF2-40B4-BE49-F238E27FC236}">
                      <a16:creationId xmlns:a16="http://schemas.microsoft.com/office/drawing/2014/main" id="{148AF8FC-CB5F-13CE-7F91-F4A96444A2A8}"/>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38" name="Rectangle 37">
                  <a:extLst>
                    <a:ext uri="{FF2B5EF4-FFF2-40B4-BE49-F238E27FC236}">
                      <a16:creationId xmlns:a16="http://schemas.microsoft.com/office/drawing/2014/main" id="{5B743A56-39A8-09D3-1FDD-9EE9CCE7F0A7}"/>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nvGrpSpPr>
            <p:cNvPr id="22" name="Group 21">
              <a:extLst>
                <a:ext uri="{FF2B5EF4-FFF2-40B4-BE49-F238E27FC236}">
                  <a16:creationId xmlns:a16="http://schemas.microsoft.com/office/drawing/2014/main" id="{46BEB251-3097-AD36-2D40-36A674A79A60}"/>
                </a:ext>
              </a:extLst>
            </p:cNvPr>
            <p:cNvGrpSpPr/>
            <p:nvPr userDrawn="1"/>
          </p:nvGrpSpPr>
          <p:grpSpPr>
            <a:xfrm>
              <a:off x="467763" y="4506021"/>
              <a:ext cx="3417957" cy="931285"/>
              <a:chOff x="1789266" y="4506021"/>
              <a:chExt cx="2615425" cy="931285"/>
            </a:xfrm>
          </p:grpSpPr>
          <p:cxnSp>
            <p:nvCxnSpPr>
              <p:cNvPr id="29" name="Straight Arrow Connector 28">
                <a:extLst>
                  <a:ext uri="{FF2B5EF4-FFF2-40B4-BE49-F238E27FC236}">
                    <a16:creationId xmlns:a16="http://schemas.microsoft.com/office/drawing/2014/main" id="{73BBB2FA-4252-9352-763B-817738CAD59A}"/>
                  </a:ext>
                </a:extLst>
              </p:cNvPr>
              <p:cNvCxnSpPr>
                <a:cxnSpLocks/>
              </p:cNvCxnSpPr>
              <p:nvPr/>
            </p:nvCxnSpPr>
            <p:spPr>
              <a:xfrm flipV="1">
                <a:off x="3803186" y="4506021"/>
                <a:ext cx="601505" cy="358822"/>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D7C49465-1F97-C58B-38EE-2D8468105A43}"/>
                  </a:ext>
                </a:extLst>
              </p:cNvPr>
              <p:cNvGrpSpPr/>
              <p:nvPr/>
            </p:nvGrpSpPr>
            <p:grpSpPr>
              <a:xfrm>
                <a:off x="1789266" y="4561444"/>
                <a:ext cx="2209159" cy="875862"/>
                <a:chOff x="966742" y="2073565"/>
                <a:chExt cx="2580835" cy="1023220"/>
              </a:xfrm>
              <a:solidFill>
                <a:schemeClr val="accent4"/>
              </a:solidFill>
            </p:grpSpPr>
            <p:sp>
              <p:nvSpPr>
                <p:cNvPr id="31" name="Rectangle 30">
                  <a:extLst>
                    <a:ext uri="{FF2B5EF4-FFF2-40B4-BE49-F238E27FC236}">
                      <a16:creationId xmlns:a16="http://schemas.microsoft.com/office/drawing/2014/main" id="{3C867C64-E284-168B-299F-D389D5330B7A}"/>
                    </a:ext>
                  </a:extLst>
                </p:cNvPr>
                <p:cNvSpPr/>
                <p:nvPr/>
              </p:nvSpPr>
              <p:spPr>
                <a:xfrm>
                  <a:off x="966742" y="2073565"/>
                  <a:ext cx="2580835"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32" name="Rectangle 31">
                  <a:extLst>
                    <a:ext uri="{FF2B5EF4-FFF2-40B4-BE49-F238E27FC236}">
                      <a16:creationId xmlns:a16="http://schemas.microsoft.com/office/drawing/2014/main" id="{D08BD9FA-2D75-DCE9-5826-1C2725B45B5B}"/>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33" name="Rectangle 32">
                  <a:extLst>
                    <a:ext uri="{FF2B5EF4-FFF2-40B4-BE49-F238E27FC236}">
                      <a16:creationId xmlns:a16="http://schemas.microsoft.com/office/drawing/2014/main" id="{E93D1957-C3C9-D748-D481-53C93F616534}"/>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nvGrpSpPr>
            <p:cNvPr id="23" name="Group 22">
              <a:extLst>
                <a:ext uri="{FF2B5EF4-FFF2-40B4-BE49-F238E27FC236}">
                  <a16:creationId xmlns:a16="http://schemas.microsoft.com/office/drawing/2014/main" id="{68B0386B-8DF3-0EC2-336D-76AADCC46CEB}"/>
                </a:ext>
              </a:extLst>
            </p:cNvPr>
            <p:cNvGrpSpPr/>
            <p:nvPr userDrawn="1"/>
          </p:nvGrpSpPr>
          <p:grpSpPr>
            <a:xfrm>
              <a:off x="467763" y="3401521"/>
              <a:ext cx="3417957" cy="875862"/>
              <a:chOff x="1789266" y="3401521"/>
              <a:chExt cx="2615425" cy="875862"/>
            </a:xfrm>
          </p:grpSpPr>
          <p:cxnSp>
            <p:nvCxnSpPr>
              <p:cNvPr id="24" name="Straight Arrow Connector 23">
                <a:extLst>
                  <a:ext uri="{FF2B5EF4-FFF2-40B4-BE49-F238E27FC236}">
                    <a16:creationId xmlns:a16="http://schemas.microsoft.com/office/drawing/2014/main" id="{3C400BC9-BE39-230C-891D-71E864B63B74}"/>
                  </a:ext>
                </a:extLst>
              </p:cNvPr>
              <p:cNvCxnSpPr>
                <a:cxnSpLocks/>
              </p:cNvCxnSpPr>
              <p:nvPr/>
            </p:nvCxnSpPr>
            <p:spPr>
              <a:xfrm>
                <a:off x="3506489" y="3839452"/>
                <a:ext cx="898202" cy="0"/>
              </a:xfrm>
              <a:prstGeom prst="straightConnector1">
                <a:avLst/>
              </a:prstGeom>
              <a:solidFill>
                <a:schemeClr val="accent4"/>
              </a:solidFill>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D49B2961-9090-81FE-BF97-1BE73F9ADDCE}"/>
                  </a:ext>
                </a:extLst>
              </p:cNvPr>
              <p:cNvGrpSpPr/>
              <p:nvPr/>
            </p:nvGrpSpPr>
            <p:grpSpPr>
              <a:xfrm>
                <a:off x="1789266" y="3401521"/>
                <a:ext cx="2209159" cy="875862"/>
                <a:chOff x="966742" y="2073565"/>
                <a:chExt cx="2580835" cy="1023220"/>
              </a:xfrm>
              <a:solidFill>
                <a:schemeClr val="accent4"/>
              </a:solidFill>
            </p:grpSpPr>
            <p:sp>
              <p:nvSpPr>
                <p:cNvPr id="26" name="Rectangle 25">
                  <a:extLst>
                    <a:ext uri="{FF2B5EF4-FFF2-40B4-BE49-F238E27FC236}">
                      <a16:creationId xmlns:a16="http://schemas.microsoft.com/office/drawing/2014/main" id="{CAAA3DB6-EE3D-0A54-6000-E7DD9A82FDDA}"/>
                    </a:ext>
                  </a:extLst>
                </p:cNvPr>
                <p:cNvSpPr/>
                <p:nvPr/>
              </p:nvSpPr>
              <p:spPr>
                <a:xfrm>
                  <a:off x="966742" y="2073565"/>
                  <a:ext cx="2580835" cy="10232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700"/>
                </a:p>
              </p:txBody>
            </p:sp>
            <p:sp>
              <p:nvSpPr>
                <p:cNvPr id="27" name="Rectangle 26">
                  <a:extLst>
                    <a:ext uri="{FF2B5EF4-FFF2-40B4-BE49-F238E27FC236}">
                      <a16:creationId xmlns:a16="http://schemas.microsoft.com/office/drawing/2014/main" id="{6FC5A191-8AFE-2930-0554-436D167D221B}"/>
                    </a:ext>
                  </a:extLst>
                </p:cNvPr>
                <p:cNvSpPr>
                  <a:spLocks noChangeArrowheads="1"/>
                </p:cNvSpPr>
                <p:nvPr/>
              </p:nvSpPr>
              <p:spPr bwMode="blackWhite">
                <a:xfrm>
                  <a:off x="1183389" y="2575027"/>
                  <a:ext cx="2137329" cy="443005"/>
                </a:xfrm>
                <a:prstGeom prst="rect">
                  <a:avLst/>
                </a:prstGeom>
                <a:noFill/>
                <a:ln w="6350">
                  <a:noFill/>
                  <a:miter lim="800000"/>
                </a:ln>
              </p:spPr>
              <p:style>
                <a:lnRef idx="2">
                  <a:schemeClr val="accent6"/>
                </a:lnRef>
                <a:fillRef idx="1">
                  <a:schemeClr val="lt1"/>
                </a:fillRef>
                <a:effectRef idx="0">
                  <a:schemeClr val="accent6"/>
                </a:effectRef>
                <a:fontRef idx="minor">
                  <a:schemeClr val="dk1"/>
                </a:fontRef>
              </p:style>
              <p:txBody>
                <a:bodyPr lIns="0" tIns="0" rIns="0" bIns="0" anchor="t"/>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en-US" sz="300" i="1">
                      <a:solidFill>
                        <a:schemeClr val="bg1"/>
                      </a:solidFill>
                      <a:cs typeface="Calibri"/>
                    </a:rPr>
                    <a:t>Descriptions</a:t>
                  </a:r>
                </a:p>
              </p:txBody>
            </p:sp>
            <p:sp>
              <p:nvSpPr>
                <p:cNvPr id="28" name="Rectangle 27">
                  <a:extLst>
                    <a:ext uri="{FF2B5EF4-FFF2-40B4-BE49-F238E27FC236}">
                      <a16:creationId xmlns:a16="http://schemas.microsoft.com/office/drawing/2014/main" id="{22307E19-4232-EA58-AF78-10F634AA7C74}"/>
                    </a:ext>
                  </a:extLst>
                </p:cNvPr>
                <p:cNvSpPr>
                  <a:spLocks noChangeArrowheads="1"/>
                </p:cNvSpPr>
                <p:nvPr/>
              </p:nvSpPr>
              <p:spPr bwMode="blackWhite">
                <a:xfrm>
                  <a:off x="1183389" y="2250554"/>
                  <a:ext cx="2137329" cy="272699"/>
                </a:xfrm>
                <a:prstGeom prst="rect">
                  <a:avLst/>
                </a:prstGeom>
                <a:noFill/>
                <a:ln w="15875">
                  <a:noFill/>
                  <a:miter lim="800000"/>
                </a:ln>
              </p:spPr>
              <p:style>
                <a:lnRef idx="2">
                  <a:schemeClr val="accent6"/>
                </a:lnRef>
                <a:fillRef idx="1">
                  <a:schemeClr val="lt1"/>
                </a:fillRef>
                <a:effectRef idx="0">
                  <a:schemeClr val="accent6"/>
                </a:effectRef>
                <a:fontRef idx="minor">
                  <a:schemeClr val="dk1"/>
                </a:fontRef>
              </p:style>
              <p:txBody>
                <a:bodyPr lIns="0" tIns="0" rIns="0" bIns="0" anchor="b"/>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822960" eaLnBrk="0" fontAlgn="base" hangingPunct="0">
                    <a:spcBef>
                      <a:spcPct val="0"/>
                    </a:spcBef>
                    <a:spcAft>
                      <a:spcPct val="0"/>
                    </a:spcAft>
                  </a:pPr>
                  <a:r>
                    <a:rPr lang="nl-NL" sz="500" b="1">
                      <a:solidFill>
                        <a:schemeClr val="bg1"/>
                      </a:solidFill>
                    </a:rPr>
                    <a:t>Subhead</a:t>
                  </a:r>
                </a:p>
              </p:txBody>
            </p:sp>
          </p:grpSp>
        </p:grpSp>
      </p:grpSp>
      <p:grpSp>
        <p:nvGrpSpPr>
          <p:cNvPr id="64" name="Group 63">
            <a:extLst>
              <a:ext uri="{FF2B5EF4-FFF2-40B4-BE49-F238E27FC236}">
                <a16:creationId xmlns:a16="http://schemas.microsoft.com/office/drawing/2014/main" id="{7C542178-EAD5-0837-9D6A-4C1D4C95A7E8}"/>
              </a:ext>
            </a:extLst>
          </p:cNvPr>
          <p:cNvGrpSpPr/>
          <p:nvPr/>
        </p:nvGrpSpPr>
        <p:grpSpPr>
          <a:xfrm>
            <a:off x="5925237" y="3760294"/>
            <a:ext cx="2304296" cy="1919162"/>
            <a:chOff x="2980941" y="834584"/>
            <a:chExt cx="6230118" cy="5188832"/>
          </a:xfrm>
        </p:grpSpPr>
        <p:sp>
          <p:nvSpPr>
            <p:cNvPr id="65" name="Circular Arrow 9">
              <a:extLst>
                <a:ext uri="{FF2B5EF4-FFF2-40B4-BE49-F238E27FC236}">
                  <a16:creationId xmlns:a16="http://schemas.microsoft.com/office/drawing/2014/main" id="{7B637807-CD6A-3F98-FD90-7F6E51099B3B}"/>
                </a:ext>
              </a:extLst>
            </p:cNvPr>
            <p:cNvSpPr/>
            <p:nvPr/>
          </p:nvSpPr>
          <p:spPr>
            <a:xfrm>
              <a:off x="3562639" y="834584"/>
              <a:ext cx="5188832" cy="5188832"/>
            </a:xfrm>
            <a:prstGeom prst="circularArrow">
              <a:avLst>
                <a:gd name="adj1" fmla="val 6427"/>
                <a:gd name="adj2" fmla="val 534884"/>
                <a:gd name="adj3" fmla="val 13672495"/>
                <a:gd name="adj4" fmla="val 17453346"/>
                <a:gd name="adj5" fmla="val 5757"/>
              </a:avLst>
            </a:prstGeom>
            <a:solidFill>
              <a:schemeClr val="tx1"/>
            </a:solidFill>
            <a:ln>
              <a:noFill/>
            </a:ln>
            <a:effectLst/>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endParaRPr lang="en-US" sz="1100"/>
            </a:p>
          </p:txBody>
        </p:sp>
        <p:sp>
          <p:nvSpPr>
            <p:cNvPr id="66" name="Rectangle 65">
              <a:extLst>
                <a:ext uri="{FF2B5EF4-FFF2-40B4-BE49-F238E27FC236}">
                  <a16:creationId xmlns:a16="http://schemas.microsoft.com/office/drawing/2014/main" id="{AB3DD658-98C2-212B-E1C0-2118A34B0073}"/>
                </a:ext>
              </a:extLst>
            </p:cNvPr>
            <p:cNvSpPr/>
            <p:nvPr/>
          </p:nvSpPr>
          <p:spPr>
            <a:xfrm>
              <a:off x="4996388" y="1075264"/>
              <a:ext cx="2286000" cy="893101"/>
            </a:xfrm>
            <a:prstGeom prst="rect">
              <a:avLst/>
            </a:prstGeom>
            <a:solidFill>
              <a:srgbClr val="FFC700"/>
            </a:solidFill>
            <a:ln w="12700">
              <a:solidFill>
                <a:schemeClr val="tx1"/>
              </a:solidFill>
            </a:ln>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tx1"/>
                  </a:solidFill>
                </a:rPr>
                <a:t>New</a:t>
              </a:r>
            </a:p>
          </p:txBody>
        </p:sp>
        <p:sp>
          <p:nvSpPr>
            <p:cNvPr id="67" name="Rectangle 66">
              <a:extLst>
                <a:ext uri="{FF2B5EF4-FFF2-40B4-BE49-F238E27FC236}">
                  <a16:creationId xmlns:a16="http://schemas.microsoft.com/office/drawing/2014/main" id="{A639DE7A-666E-D86A-5680-F86DBC890F62}"/>
                </a:ext>
              </a:extLst>
            </p:cNvPr>
            <p:cNvSpPr/>
            <p:nvPr/>
          </p:nvSpPr>
          <p:spPr>
            <a:xfrm>
              <a:off x="6925059" y="2608374"/>
              <a:ext cx="2286000" cy="893101"/>
            </a:xfrm>
            <a:prstGeom prst="rect">
              <a:avLst/>
            </a:prstGeom>
            <a:solidFill>
              <a:srgbClr val="B741FF"/>
            </a:solidFill>
            <a:ln w="12700">
              <a:solidFill>
                <a:schemeClr val="tx1"/>
              </a:solidFill>
            </a:ln>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tx1"/>
                  </a:solidFill>
                </a:rPr>
                <a:t>Approved</a:t>
              </a:r>
            </a:p>
          </p:txBody>
        </p:sp>
        <p:sp>
          <p:nvSpPr>
            <p:cNvPr id="68" name="Rectangle 67">
              <a:extLst>
                <a:ext uri="{FF2B5EF4-FFF2-40B4-BE49-F238E27FC236}">
                  <a16:creationId xmlns:a16="http://schemas.microsoft.com/office/drawing/2014/main" id="{51E3F2FB-D2A1-C7DB-5FCF-6D02162D8681}"/>
                </a:ext>
              </a:extLst>
            </p:cNvPr>
            <p:cNvSpPr/>
            <p:nvPr/>
          </p:nvSpPr>
          <p:spPr>
            <a:xfrm>
              <a:off x="6465471" y="4241715"/>
              <a:ext cx="2286000" cy="893101"/>
            </a:xfrm>
            <a:prstGeom prst="rect">
              <a:avLst/>
            </a:prstGeom>
            <a:solidFill>
              <a:srgbClr val="00FCB0"/>
            </a:solidFill>
            <a:ln w="12700">
              <a:solidFill>
                <a:schemeClr val="tx1"/>
              </a:solid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tx1"/>
                  </a:solidFill>
                </a:rPr>
                <a:t>Committed</a:t>
              </a:r>
            </a:p>
          </p:txBody>
        </p:sp>
        <p:sp>
          <p:nvSpPr>
            <p:cNvPr id="69" name="Rectangle 68">
              <a:extLst>
                <a:ext uri="{FF2B5EF4-FFF2-40B4-BE49-F238E27FC236}">
                  <a16:creationId xmlns:a16="http://schemas.microsoft.com/office/drawing/2014/main" id="{4646B9DA-1F0D-82F9-B075-F58F04802EEF}"/>
                </a:ext>
              </a:extLst>
            </p:cNvPr>
            <p:cNvSpPr/>
            <p:nvPr/>
          </p:nvSpPr>
          <p:spPr>
            <a:xfrm>
              <a:off x="3640627" y="4237030"/>
              <a:ext cx="2286000" cy="893101"/>
            </a:xfrm>
            <a:prstGeom prst="rect">
              <a:avLst/>
            </a:prstGeom>
            <a:solidFill>
              <a:srgbClr val="FF8A00"/>
            </a:solidFill>
            <a:ln w="12700">
              <a:solidFill>
                <a:schemeClr val="tx1"/>
              </a:solidFill>
            </a:ln>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tx1"/>
                  </a:solidFill>
                </a:rPr>
                <a:t>Removed</a:t>
              </a:r>
            </a:p>
          </p:txBody>
        </p:sp>
        <p:sp>
          <p:nvSpPr>
            <p:cNvPr id="70" name="Rectangle 69">
              <a:extLst>
                <a:ext uri="{FF2B5EF4-FFF2-40B4-BE49-F238E27FC236}">
                  <a16:creationId xmlns:a16="http://schemas.microsoft.com/office/drawing/2014/main" id="{4ECFAB2E-0037-0B53-FB28-21D4953E8E8E}"/>
                </a:ext>
              </a:extLst>
            </p:cNvPr>
            <p:cNvSpPr/>
            <p:nvPr/>
          </p:nvSpPr>
          <p:spPr>
            <a:xfrm>
              <a:off x="2980941" y="2606030"/>
              <a:ext cx="2286000" cy="893101"/>
            </a:xfrm>
            <a:prstGeom prst="rect">
              <a:avLst/>
            </a:prstGeom>
            <a:solidFill>
              <a:srgbClr val="00A3FF"/>
            </a:solidFill>
            <a:ln w="12700">
              <a:solidFill>
                <a:schemeClr val="tx1"/>
              </a:solidFill>
            </a:ln>
            <a:effectLst/>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25728">
                <a:lnSpc>
                  <a:spcPct val="90000"/>
                </a:lnSpc>
                <a:spcBef>
                  <a:spcPct val="0"/>
                </a:spcBef>
                <a:spcAft>
                  <a:spcPct val="35000"/>
                </a:spcAft>
              </a:pPr>
              <a:r>
                <a:rPr lang="en-US" sz="1050">
                  <a:solidFill>
                    <a:schemeClr val="tx1"/>
                  </a:solidFill>
                </a:rPr>
                <a:t>Done</a:t>
              </a:r>
            </a:p>
          </p:txBody>
        </p:sp>
      </p:grpSp>
      <p:sp>
        <p:nvSpPr>
          <p:cNvPr id="71" name="Multiply 70">
            <a:extLst>
              <a:ext uri="{FF2B5EF4-FFF2-40B4-BE49-F238E27FC236}">
                <a16:creationId xmlns:a16="http://schemas.microsoft.com/office/drawing/2014/main" id="{2AC62065-4D35-31C2-C086-0A4D5D23F12C}"/>
              </a:ext>
            </a:extLst>
          </p:cNvPr>
          <p:cNvSpPr/>
          <p:nvPr/>
        </p:nvSpPr>
        <p:spPr bwMode="auto">
          <a:xfrm>
            <a:off x="7931649" y="3842536"/>
            <a:ext cx="308224" cy="308224"/>
          </a:xfrm>
          <a:prstGeom prst="mathMultiply">
            <a:avLst>
              <a:gd name="adj1" fmla="val 13520"/>
            </a:avLst>
          </a:prstGeom>
          <a:solidFill>
            <a:srgbClr val="F52C00"/>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dirty="0">
              <a:solidFill>
                <a:schemeClr val="bg1"/>
              </a:solidFill>
              <a:latin typeface="+mn-lt"/>
              <a:ea typeface="Roboto" panose="02000000000000000000" pitchFamily="2" charset="0"/>
              <a:cs typeface="Segoe UI" panose="020B0502040204020203" pitchFamily="34" charset="0"/>
            </a:endParaRPr>
          </a:p>
        </p:txBody>
      </p:sp>
      <p:sp>
        <p:nvSpPr>
          <p:cNvPr id="72" name="Graphic 9">
            <a:extLst>
              <a:ext uri="{FF2B5EF4-FFF2-40B4-BE49-F238E27FC236}">
                <a16:creationId xmlns:a16="http://schemas.microsoft.com/office/drawing/2014/main" id="{204F4C86-3427-3AF9-62B4-A85925F6A395}"/>
              </a:ext>
            </a:extLst>
          </p:cNvPr>
          <p:cNvSpPr/>
          <p:nvPr/>
        </p:nvSpPr>
        <p:spPr>
          <a:xfrm>
            <a:off x="7945783" y="1506260"/>
            <a:ext cx="232447" cy="175692"/>
          </a:xfrm>
          <a:custGeom>
            <a:avLst/>
            <a:gdLst>
              <a:gd name="connsiteX0" fmla="*/ 734741 w 841606"/>
              <a:gd name="connsiteY0" fmla="*/ 0 h 636118"/>
              <a:gd name="connsiteX1" fmla="*/ 681306 w 841606"/>
              <a:gd name="connsiteY1" fmla="*/ 53435 h 636118"/>
              <a:gd name="connsiteX2" fmla="*/ 314325 w 841606"/>
              <a:gd name="connsiteY2" fmla="*/ 431807 h 636118"/>
              <a:gd name="connsiteX3" fmla="*/ 154019 w 841606"/>
              <a:gd name="connsiteY3" fmla="*/ 299791 h 636118"/>
              <a:gd name="connsiteX4" fmla="*/ 95869 w 841606"/>
              <a:gd name="connsiteY4" fmla="*/ 251856 h 636118"/>
              <a:gd name="connsiteX5" fmla="*/ 0 w 841606"/>
              <a:gd name="connsiteY5" fmla="*/ 368549 h 636118"/>
              <a:gd name="connsiteX6" fmla="*/ 58150 w 841606"/>
              <a:gd name="connsiteY6" fmla="*/ 416483 h 636118"/>
              <a:gd name="connsiteX7" fmla="*/ 271891 w 841606"/>
              <a:gd name="connsiteY7" fmla="*/ 592505 h 636118"/>
              <a:gd name="connsiteX8" fmla="*/ 324934 w 841606"/>
              <a:gd name="connsiteY8" fmla="*/ 636118 h 636118"/>
              <a:gd name="connsiteX9" fmla="*/ 373262 w 841606"/>
              <a:gd name="connsiteY9" fmla="*/ 587398 h 636118"/>
              <a:gd name="connsiteX10" fmla="*/ 788171 w 841606"/>
              <a:gd name="connsiteY10" fmla="*/ 159916 h 636118"/>
              <a:gd name="connsiteX11" fmla="*/ 841606 w 841606"/>
              <a:gd name="connsiteY11" fmla="*/ 106481 h 63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1606" h="636118">
                <a:moveTo>
                  <a:pt x="734741" y="0"/>
                </a:moveTo>
                <a:lnTo>
                  <a:pt x="681306" y="53435"/>
                </a:lnTo>
                <a:cubicBezTo>
                  <a:pt x="561273" y="173714"/>
                  <a:pt x="434221" y="309560"/>
                  <a:pt x="314325" y="431807"/>
                </a:cubicBezTo>
                <a:lnTo>
                  <a:pt x="154019" y="299791"/>
                </a:lnTo>
                <a:lnTo>
                  <a:pt x="95869" y="251856"/>
                </a:lnTo>
                <a:lnTo>
                  <a:pt x="0" y="368549"/>
                </a:lnTo>
                <a:lnTo>
                  <a:pt x="58150" y="416483"/>
                </a:lnTo>
                <a:lnTo>
                  <a:pt x="271891" y="592505"/>
                </a:lnTo>
                <a:lnTo>
                  <a:pt x="324934" y="636118"/>
                </a:lnTo>
                <a:lnTo>
                  <a:pt x="373262" y="587398"/>
                </a:lnTo>
                <a:cubicBezTo>
                  <a:pt x="508912" y="451459"/>
                  <a:pt x="655614" y="292762"/>
                  <a:pt x="788171" y="159916"/>
                </a:cubicBezTo>
                <a:lnTo>
                  <a:pt x="841606" y="106481"/>
                </a:lnTo>
                <a:close/>
              </a:path>
            </a:pathLst>
          </a:custGeom>
          <a:solidFill>
            <a:srgbClr val="1DD566"/>
          </a:solidFill>
          <a:ln w="12573" cap="flat">
            <a:noFill/>
            <a:prstDash val="solid"/>
            <a:miter/>
          </a:ln>
        </p:spPr>
        <p:txBody>
          <a:bodyPr rtlCol="0" anchor="ctr"/>
          <a:lstStyle/>
          <a:p>
            <a:endParaRPr lang="en-US"/>
          </a:p>
        </p:txBody>
      </p:sp>
      <p:sp>
        <p:nvSpPr>
          <p:cNvPr id="73" name="Graphic 9">
            <a:extLst>
              <a:ext uri="{FF2B5EF4-FFF2-40B4-BE49-F238E27FC236}">
                <a16:creationId xmlns:a16="http://schemas.microsoft.com/office/drawing/2014/main" id="{19C26408-0456-9B44-58B7-0B256BA6E668}"/>
              </a:ext>
            </a:extLst>
          </p:cNvPr>
          <p:cNvSpPr/>
          <p:nvPr/>
        </p:nvSpPr>
        <p:spPr>
          <a:xfrm>
            <a:off x="11277600" y="1506260"/>
            <a:ext cx="232447" cy="175692"/>
          </a:xfrm>
          <a:custGeom>
            <a:avLst/>
            <a:gdLst>
              <a:gd name="connsiteX0" fmla="*/ 734741 w 841606"/>
              <a:gd name="connsiteY0" fmla="*/ 0 h 636118"/>
              <a:gd name="connsiteX1" fmla="*/ 681306 w 841606"/>
              <a:gd name="connsiteY1" fmla="*/ 53435 h 636118"/>
              <a:gd name="connsiteX2" fmla="*/ 314325 w 841606"/>
              <a:gd name="connsiteY2" fmla="*/ 431807 h 636118"/>
              <a:gd name="connsiteX3" fmla="*/ 154019 w 841606"/>
              <a:gd name="connsiteY3" fmla="*/ 299791 h 636118"/>
              <a:gd name="connsiteX4" fmla="*/ 95869 w 841606"/>
              <a:gd name="connsiteY4" fmla="*/ 251856 h 636118"/>
              <a:gd name="connsiteX5" fmla="*/ 0 w 841606"/>
              <a:gd name="connsiteY5" fmla="*/ 368549 h 636118"/>
              <a:gd name="connsiteX6" fmla="*/ 58150 w 841606"/>
              <a:gd name="connsiteY6" fmla="*/ 416483 h 636118"/>
              <a:gd name="connsiteX7" fmla="*/ 271891 w 841606"/>
              <a:gd name="connsiteY7" fmla="*/ 592505 h 636118"/>
              <a:gd name="connsiteX8" fmla="*/ 324934 w 841606"/>
              <a:gd name="connsiteY8" fmla="*/ 636118 h 636118"/>
              <a:gd name="connsiteX9" fmla="*/ 373262 w 841606"/>
              <a:gd name="connsiteY9" fmla="*/ 587398 h 636118"/>
              <a:gd name="connsiteX10" fmla="*/ 788171 w 841606"/>
              <a:gd name="connsiteY10" fmla="*/ 159916 h 636118"/>
              <a:gd name="connsiteX11" fmla="*/ 841606 w 841606"/>
              <a:gd name="connsiteY11" fmla="*/ 106481 h 63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1606" h="636118">
                <a:moveTo>
                  <a:pt x="734741" y="0"/>
                </a:moveTo>
                <a:lnTo>
                  <a:pt x="681306" y="53435"/>
                </a:lnTo>
                <a:cubicBezTo>
                  <a:pt x="561273" y="173714"/>
                  <a:pt x="434221" y="309560"/>
                  <a:pt x="314325" y="431807"/>
                </a:cubicBezTo>
                <a:lnTo>
                  <a:pt x="154019" y="299791"/>
                </a:lnTo>
                <a:lnTo>
                  <a:pt x="95869" y="251856"/>
                </a:lnTo>
                <a:lnTo>
                  <a:pt x="0" y="368549"/>
                </a:lnTo>
                <a:lnTo>
                  <a:pt x="58150" y="416483"/>
                </a:lnTo>
                <a:lnTo>
                  <a:pt x="271891" y="592505"/>
                </a:lnTo>
                <a:lnTo>
                  <a:pt x="324934" y="636118"/>
                </a:lnTo>
                <a:lnTo>
                  <a:pt x="373262" y="587398"/>
                </a:lnTo>
                <a:cubicBezTo>
                  <a:pt x="508912" y="451459"/>
                  <a:pt x="655614" y="292762"/>
                  <a:pt x="788171" y="159916"/>
                </a:cubicBezTo>
                <a:lnTo>
                  <a:pt x="841606" y="106481"/>
                </a:lnTo>
                <a:close/>
              </a:path>
            </a:pathLst>
          </a:custGeom>
          <a:solidFill>
            <a:srgbClr val="1DD566"/>
          </a:solidFill>
          <a:ln w="12573" cap="flat">
            <a:noFill/>
            <a:prstDash val="solid"/>
            <a:miter/>
          </a:ln>
        </p:spPr>
        <p:txBody>
          <a:bodyPr rtlCol="0" anchor="ctr"/>
          <a:lstStyle/>
          <a:p>
            <a:endParaRPr lang="en-US"/>
          </a:p>
        </p:txBody>
      </p:sp>
      <p:sp>
        <p:nvSpPr>
          <p:cNvPr id="74" name="Graphic 9">
            <a:extLst>
              <a:ext uri="{FF2B5EF4-FFF2-40B4-BE49-F238E27FC236}">
                <a16:creationId xmlns:a16="http://schemas.microsoft.com/office/drawing/2014/main" id="{0047AB4F-FE16-8BF0-BDB1-9611F6E965E2}"/>
              </a:ext>
            </a:extLst>
          </p:cNvPr>
          <p:cNvSpPr/>
          <p:nvPr/>
        </p:nvSpPr>
        <p:spPr>
          <a:xfrm>
            <a:off x="11277600" y="3886200"/>
            <a:ext cx="232447" cy="175692"/>
          </a:xfrm>
          <a:custGeom>
            <a:avLst/>
            <a:gdLst>
              <a:gd name="connsiteX0" fmla="*/ 734741 w 841606"/>
              <a:gd name="connsiteY0" fmla="*/ 0 h 636118"/>
              <a:gd name="connsiteX1" fmla="*/ 681306 w 841606"/>
              <a:gd name="connsiteY1" fmla="*/ 53435 h 636118"/>
              <a:gd name="connsiteX2" fmla="*/ 314325 w 841606"/>
              <a:gd name="connsiteY2" fmla="*/ 431807 h 636118"/>
              <a:gd name="connsiteX3" fmla="*/ 154019 w 841606"/>
              <a:gd name="connsiteY3" fmla="*/ 299791 h 636118"/>
              <a:gd name="connsiteX4" fmla="*/ 95869 w 841606"/>
              <a:gd name="connsiteY4" fmla="*/ 251856 h 636118"/>
              <a:gd name="connsiteX5" fmla="*/ 0 w 841606"/>
              <a:gd name="connsiteY5" fmla="*/ 368549 h 636118"/>
              <a:gd name="connsiteX6" fmla="*/ 58150 w 841606"/>
              <a:gd name="connsiteY6" fmla="*/ 416483 h 636118"/>
              <a:gd name="connsiteX7" fmla="*/ 271891 w 841606"/>
              <a:gd name="connsiteY7" fmla="*/ 592505 h 636118"/>
              <a:gd name="connsiteX8" fmla="*/ 324934 w 841606"/>
              <a:gd name="connsiteY8" fmla="*/ 636118 h 636118"/>
              <a:gd name="connsiteX9" fmla="*/ 373262 w 841606"/>
              <a:gd name="connsiteY9" fmla="*/ 587398 h 636118"/>
              <a:gd name="connsiteX10" fmla="*/ 788171 w 841606"/>
              <a:gd name="connsiteY10" fmla="*/ 159916 h 636118"/>
              <a:gd name="connsiteX11" fmla="*/ 841606 w 841606"/>
              <a:gd name="connsiteY11" fmla="*/ 106481 h 63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1606" h="636118">
                <a:moveTo>
                  <a:pt x="734741" y="0"/>
                </a:moveTo>
                <a:lnTo>
                  <a:pt x="681306" y="53435"/>
                </a:lnTo>
                <a:cubicBezTo>
                  <a:pt x="561273" y="173714"/>
                  <a:pt x="434221" y="309560"/>
                  <a:pt x="314325" y="431807"/>
                </a:cubicBezTo>
                <a:lnTo>
                  <a:pt x="154019" y="299791"/>
                </a:lnTo>
                <a:lnTo>
                  <a:pt x="95869" y="251856"/>
                </a:lnTo>
                <a:lnTo>
                  <a:pt x="0" y="368549"/>
                </a:lnTo>
                <a:lnTo>
                  <a:pt x="58150" y="416483"/>
                </a:lnTo>
                <a:lnTo>
                  <a:pt x="271891" y="592505"/>
                </a:lnTo>
                <a:lnTo>
                  <a:pt x="324934" y="636118"/>
                </a:lnTo>
                <a:lnTo>
                  <a:pt x="373262" y="587398"/>
                </a:lnTo>
                <a:cubicBezTo>
                  <a:pt x="508912" y="451459"/>
                  <a:pt x="655614" y="292762"/>
                  <a:pt x="788171" y="159916"/>
                </a:cubicBezTo>
                <a:lnTo>
                  <a:pt x="841606" y="106481"/>
                </a:lnTo>
                <a:close/>
              </a:path>
            </a:pathLst>
          </a:custGeom>
          <a:solidFill>
            <a:srgbClr val="1DD566"/>
          </a:solidFill>
          <a:ln w="12573" cap="flat">
            <a:noFill/>
            <a:prstDash val="solid"/>
            <a:miter/>
          </a:ln>
        </p:spPr>
        <p:txBody>
          <a:bodyPr rtlCol="0" anchor="ctr"/>
          <a:lstStyle/>
          <a:p>
            <a:endParaRPr lang="en-US"/>
          </a:p>
        </p:txBody>
      </p:sp>
      <p:graphicFrame>
        <p:nvGraphicFramePr>
          <p:cNvPr id="75" name="Content Placeholder 16">
            <a:extLst>
              <a:ext uri="{FF2B5EF4-FFF2-40B4-BE49-F238E27FC236}">
                <a16:creationId xmlns:a16="http://schemas.microsoft.com/office/drawing/2014/main" id="{5383E91B-C4E9-5786-5F08-99A172DE3EC8}"/>
              </a:ext>
            </a:extLst>
          </p:cNvPr>
          <p:cNvGraphicFramePr>
            <a:graphicFrameLocks/>
          </p:cNvGraphicFramePr>
          <p:nvPr>
            <p:extLst>
              <p:ext uri="{D42A27DB-BD31-4B8C-83A1-F6EECF244321}">
                <p14:modId xmlns:p14="http://schemas.microsoft.com/office/powerpoint/2010/main" val="1812109570"/>
              </p:ext>
            </p:extLst>
          </p:nvPr>
        </p:nvGraphicFramePr>
        <p:xfrm>
          <a:off x="8376903" y="2799110"/>
          <a:ext cx="3206462" cy="4487351"/>
        </p:xfrm>
        <a:graphic>
          <a:graphicData uri="http://schemas.openxmlformats.org/drawingml/2006/chart">
            <c:chart xmlns:c="http://schemas.openxmlformats.org/drawingml/2006/chart" xmlns:r="http://schemas.openxmlformats.org/officeDocument/2006/relationships" r:id="rId2"/>
          </a:graphicData>
        </a:graphic>
      </p:graphicFrame>
      <p:sp>
        <p:nvSpPr>
          <p:cNvPr id="77" name="TextBox 76">
            <a:extLst>
              <a:ext uri="{FF2B5EF4-FFF2-40B4-BE49-F238E27FC236}">
                <a16:creationId xmlns:a16="http://schemas.microsoft.com/office/drawing/2014/main" id="{B1E98AAA-F689-B4DF-5ACF-1FFCA56D5BBE}"/>
              </a:ext>
            </a:extLst>
          </p:cNvPr>
          <p:cNvSpPr txBox="1"/>
          <p:nvPr/>
        </p:nvSpPr>
        <p:spPr>
          <a:xfrm>
            <a:off x="460376" y="1509838"/>
            <a:ext cx="5106982" cy="1588769"/>
          </a:xfrm>
          <a:prstGeom prst="rect">
            <a:avLst/>
          </a:prstGeom>
          <a:noFill/>
        </p:spPr>
        <p:txBody>
          <a:bodyPr wrap="square" lIns="0" tIns="0" rIns="0" bIns="0" rtlCol="0">
            <a:noAutofit/>
          </a:bodyPr>
          <a:lstStyle/>
          <a:p>
            <a:pPr marL="0" lvl="1" indent="0">
              <a:buNone/>
            </a:pPr>
            <a:r>
              <a:rPr lang="en-US" sz="1800" b="1" dirty="0">
                <a:solidFill>
                  <a:schemeClr val="tx2"/>
                </a:solidFill>
              </a:rPr>
              <a:t>When should I use the primary brand colors?</a:t>
            </a:r>
          </a:p>
          <a:p>
            <a:pPr lvl="1"/>
            <a:r>
              <a:rPr lang="en-US" sz="1400" dirty="0"/>
              <a:t>The shapes or proportions of visuals are not necessary to convey the information</a:t>
            </a:r>
          </a:p>
          <a:p>
            <a:pPr lvl="1">
              <a:spcAft>
                <a:spcPts val="1600"/>
              </a:spcAft>
            </a:pPr>
            <a:r>
              <a:rPr lang="en-US" sz="1400" dirty="0"/>
              <a:t>Color-coding is not required for comprehension</a:t>
            </a:r>
          </a:p>
          <a:p>
            <a:pPr lvl="0" algn="l">
              <a:spcAft>
                <a:spcPts val="1600"/>
              </a:spcAft>
            </a:pPr>
            <a:r>
              <a:rPr lang="en-US" sz="1400" b="1" dirty="0"/>
              <a:t>Remember to use the approved color combinations on slide 5 of these instructions for anything with text over color.</a:t>
            </a:r>
          </a:p>
        </p:txBody>
      </p:sp>
      <p:sp>
        <p:nvSpPr>
          <p:cNvPr id="78" name="TextBox 77">
            <a:extLst>
              <a:ext uri="{FF2B5EF4-FFF2-40B4-BE49-F238E27FC236}">
                <a16:creationId xmlns:a16="http://schemas.microsoft.com/office/drawing/2014/main" id="{51FEE35F-7D99-E11C-C675-D1E4FC6998AA}"/>
              </a:ext>
            </a:extLst>
          </p:cNvPr>
          <p:cNvSpPr txBox="1"/>
          <p:nvPr/>
        </p:nvSpPr>
        <p:spPr>
          <a:xfrm>
            <a:off x="460376" y="3760294"/>
            <a:ext cx="5106982" cy="1588769"/>
          </a:xfrm>
          <a:prstGeom prst="rect">
            <a:avLst/>
          </a:prstGeom>
          <a:noFill/>
        </p:spPr>
        <p:txBody>
          <a:bodyPr wrap="square" lIns="0" tIns="0" rIns="0" bIns="0" rtlCol="0">
            <a:noAutofit/>
          </a:bodyPr>
          <a:lstStyle/>
          <a:p>
            <a:pPr marL="0" lvl="1" indent="0">
              <a:buNone/>
            </a:pPr>
            <a:r>
              <a:rPr lang="en-US" sz="1800" b="1" dirty="0">
                <a:solidFill>
                  <a:schemeClr val="tx2"/>
                </a:solidFill>
              </a:rPr>
              <a:t>When should I use the data visualization colors?</a:t>
            </a:r>
          </a:p>
          <a:p>
            <a:pPr lvl="1"/>
            <a:r>
              <a:rPr lang="en-US" sz="1400" dirty="0"/>
              <a:t>Graphs and charts where the shapes or proportions of visuals are necessary to convey the information</a:t>
            </a:r>
          </a:p>
          <a:p>
            <a:pPr lvl="1">
              <a:spcAft>
                <a:spcPts val="1600"/>
              </a:spcAft>
            </a:pPr>
            <a:r>
              <a:rPr lang="en-US" sz="1400" dirty="0"/>
              <a:t>Color-coding is required for comprehension</a:t>
            </a:r>
          </a:p>
        </p:txBody>
      </p:sp>
    </p:spTree>
    <p:extLst>
      <p:ext uri="{BB962C8B-B14F-4D97-AF65-F5344CB8AC3E}">
        <p14:creationId xmlns:p14="http://schemas.microsoft.com/office/powerpoint/2010/main" val="4120781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E5C1AF6-CCCB-7043-DE65-8FA23A016C3F}"/>
              </a:ext>
            </a:extLst>
          </p:cNvPr>
          <p:cNvSpPr>
            <a:spLocks noGrp="1"/>
          </p:cNvSpPr>
          <p:nvPr>
            <p:ph idx="1"/>
          </p:nvPr>
        </p:nvSpPr>
        <p:spPr>
          <a:xfrm>
            <a:off x="460376" y="1340734"/>
            <a:ext cx="4968151" cy="4249737"/>
          </a:xfrm>
        </p:spPr>
        <p:txBody>
          <a:bodyPr/>
          <a:lstStyle/>
          <a:p>
            <a:r>
              <a:rPr lang="en-US" sz="1800" b="1" dirty="0">
                <a:solidFill>
                  <a:schemeClr val="tx2"/>
                </a:solidFill>
              </a:rPr>
              <a:t>Data visualization use in PowerPoint</a:t>
            </a:r>
          </a:p>
          <a:p>
            <a:r>
              <a:rPr lang="en-US" dirty="0"/>
              <a:t>If displaying data that relies on the user to identify the shapes of the visual or color coding for comprehension, you must use the data visualization palette. The relationship between the outlines and colors is intentional to maintain WCAG 2.1 color contrast compliance. Please adhere to the following criteria when creating data visualization graphics: </a:t>
            </a:r>
          </a:p>
          <a:p>
            <a:pPr lvl="1"/>
            <a:r>
              <a:rPr lang="en-US" dirty="0"/>
              <a:t>Do not mix the data visualization palette colors with any of the brand palette colors</a:t>
            </a:r>
          </a:p>
          <a:p>
            <a:pPr lvl="1"/>
            <a:r>
              <a:rPr lang="en-US" dirty="0"/>
              <a:t>Must have at least a 1.5 pt. Grounded Blue outline</a:t>
            </a:r>
          </a:p>
          <a:p>
            <a:pPr lvl="1"/>
            <a:r>
              <a:rPr lang="en-US" dirty="0"/>
              <a:t>Any text over a color or used at a smaller size should be set in Grounded Blue</a:t>
            </a:r>
          </a:p>
          <a:p>
            <a:pPr lvl="1"/>
            <a:r>
              <a:rPr lang="en-US" dirty="0"/>
              <a:t>Data labels should be used whenever possible</a:t>
            </a:r>
          </a:p>
          <a:p>
            <a:pPr lvl="1"/>
            <a:r>
              <a:rPr lang="en-US" dirty="0"/>
              <a:t>Do not use drop shadows</a:t>
            </a:r>
          </a:p>
          <a:p>
            <a:pPr lvl="1"/>
            <a:r>
              <a:rPr lang="en-US" dirty="0"/>
              <a:t>Avoid pattern fills whenever possible</a:t>
            </a:r>
          </a:p>
          <a:p>
            <a:pPr lvl="1"/>
            <a:r>
              <a:rPr lang="en-US" dirty="0"/>
              <a:t>Do not adjust or tint the data visualization colors</a:t>
            </a:r>
          </a:p>
          <a:p>
            <a:endParaRPr lang="en-US" dirty="0"/>
          </a:p>
        </p:txBody>
      </p:sp>
      <p:sp>
        <p:nvSpPr>
          <p:cNvPr id="2" name="Footer Placeholder 1">
            <a:extLst>
              <a:ext uri="{FF2B5EF4-FFF2-40B4-BE49-F238E27FC236}">
                <a16:creationId xmlns:a16="http://schemas.microsoft.com/office/drawing/2014/main" id="{8F0773AE-2172-D4D3-21A8-510E99B67B12}"/>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A399BFE4-D787-4BA1-3699-E017EC173B60}"/>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8</a:t>
            </a:fld>
            <a:endParaRPr lang="en-US"/>
          </a:p>
        </p:txBody>
      </p:sp>
      <p:sp>
        <p:nvSpPr>
          <p:cNvPr id="4" name="Title 3">
            <a:extLst>
              <a:ext uri="{FF2B5EF4-FFF2-40B4-BE49-F238E27FC236}">
                <a16:creationId xmlns:a16="http://schemas.microsoft.com/office/drawing/2014/main" id="{C4C8EB1F-E595-898A-BC1F-0B55F92A50AF}"/>
              </a:ext>
            </a:extLst>
          </p:cNvPr>
          <p:cNvSpPr>
            <a:spLocks noGrp="1"/>
          </p:cNvSpPr>
          <p:nvPr>
            <p:ph type="title"/>
          </p:nvPr>
        </p:nvSpPr>
        <p:spPr>
          <a:xfrm>
            <a:off x="460372" y="556953"/>
            <a:ext cx="11268077" cy="855922"/>
          </a:xfrm>
        </p:spPr>
        <p:txBody>
          <a:bodyPr/>
          <a:lstStyle/>
          <a:p>
            <a:r>
              <a:rPr lang="en-US" dirty="0"/>
              <a:t>Data visualization palette usage continued</a:t>
            </a:r>
            <a:br>
              <a:rPr lang="en-US" dirty="0"/>
            </a:br>
            <a:endParaRPr lang="en-US" dirty="0"/>
          </a:p>
        </p:txBody>
      </p:sp>
      <p:sp>
        <p:nvSpPr>
          <p:cNvPr id="13" name="Text Placeholder 12">
            <a:extLst>
              <a:ext uri="{FF2B5EF4-FFF2-40B4-BE49-F238E27FC236}">
                <a16:creationId xmlns:a16="http://schemas.microsoft.com/office/drawing/2014/main" id="{53C4ADCC-BC91-4EFA-862A-29553C1D6ADF}"/>
              </a:ext>
            </a:extLst>
          </p:cNvPr>
          <p:cNvSpPr>
            <a:spLocks noGrp="1"/>
          </p:cNvSpPr>
          <p:nvPr>
            <p:ph type="body" sz="quarter" idx="19"/>
          </p:nvPr>
        </p:nvSpPr>
        <p:spPr>
          <a:xfrm>
            <a:off x="465137" y="0"/>
            <a:ext cx="5106989" cy="556953"/>
          </a:xfrm>
        </p:spPr>
        <p:txBody>
          <a:bodyPr/>
          <a:lstStyle/>
          <a:p>
            <a:r>
              <a:rPr lang="en-US" noProof="0"/>
              <a:t>Instructions</a:t>
            </a:r>
            <a:endParaRPr lang="en-US" dirty="0"/>
          </a:p>
        </p:txBody>
      </p:sp>
      <p:graphicFrame>
        <p:nvGraphicFramePr>
          <p:cNvPr id="6" name="Content Placeholder 7">
            <a:extLst>
              <a:ext uri="{FF2B5EF4-FFF2-40B4-BE49-F238E27FC236}">
                <a16:creationId xmlns:a16="http://schemas.microsoft.com/office/drawing/2014/main" id="{55B163B1-050E-87E4-F8B1-50248EEBEE5E}"/>
              </a:ext>
            </a:extLst>
          </p:cNvPr>
          <p:cNvGraphicFramePr>
            <a:graphicFrameLocks/>
          </p:cNvGraphicFramePr>
          <p:nvPr>
            <p:extLst>
              <p:ext uri="{D42A27DB-BD31-4B8C-83A1-F6EECF244321}">
                <p14:modId xmlns:p14="http://schemas.microsoft.com/office/powerpoint/2010/main" val="3372206419"/>
              </p:ext>
            </p:extLst>
          </p:nvPr>
        </p:nvGraphicFramePr>
        <p:xfrm>
          <a:off x="6096000" y="1646786"/>
          <a:ext cx="4089399" cy="12265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ontent Placeholder 7">
            <a:extLst>
              <a:ext uri="{FF2B5EF4-FFF2-40B4-BE49-F238E27FC236}">
                <a16:creationId xmlns:a16="http://schemas.microsoft.com/office/drawing/2014/main" id="{47440600-0FE5-C29F-4946-E3EF6A7F58E4}"/>
              </a:ext>
            </a:extLst>
          </p:cNvPr>
          <p:cNvGraphicFramePr>
            <a:graphicFrameLocks/>
          </p:cNvGraphicFramePr>
          <p:nvPr>
            <p:extLst>
              <p:ext uri="{D42A27DB-BD31-4B8C-83A1-F6EECF244321}">
                <p14:modId xmlns:p14="http://schemas.microsoft.com/office/powerpoint/2010/main" val="29785136"/>
              </p:ext>
            </p:extLst>
          </p:nvPr>
        </p:nvGraphicFramePr>
        <p:xfrm>
          <a:off x="6096000" y="3234394"/>
          <a:ext cx="4089399" cy="13210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ontent Placeholder 16">
            <a:extLst>
              <a:ext uri="{FF2B5EF4-FFF2-40B4-BE49-F238E27FC236}">
                <a16:creationId xmlns:a16="http://schemas.microsoft.com/office/drawing/2014/main" id="{5AA99A73-B810-1C3B-6208-06143478A41C}"/>
              </a:ext>
            </a:extLst>
          </p:cNvPr>
          <p:cNvGraphicFramePr>
            <a:graphicFrameLocks/>
          </p:cNvGraphicFramePr>
          <p:nvPr>
            <p:extLst>
              <p:ext uri="{D42A27DB-BD31-4B8C-83A1-F6EECF244321}">
                <p14:modId xmlns:p14="http://schemas.microsoft.com/office/powerpoint/2010/main" val="1528145276"/>
              </p:ext>
            </p:extLst>
          </p:nvPr>
        </p:nvGraphicFramePr>
        <p:xfrm>
          <a:off x="9998306" y="2640177"/>
          <a:ext cx="1730144" cy="2533503"/>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68A4D80E-05F7-4EE0-5134-7EA71B9EEDBE}"/>
              </a:ext>
            </a:extLst>
          </p:cNvPr>
          <p:cNvSpPr txBox="1"/>
          <p:nvPr/>
        </p:nvSpPr>
        <p:spPr>
          <a:xfrm>
            <a:off x="6316868" y="1444143"/>
            <a:ext cx="5106985" cy="325920"/>
          </a:xfrm>
          <a:prstGeom prst="rect">
            <a:avLst/>
          </a:prstGeom>
          <a:noFill/>
        </p:spPr>
        <p:txBody>
          <a:bodyPr wrap="square" lIns="0" tIns="0" rIns="0" bIns="0" rtlCol="0">
            <a:noAutofit/>
          </a:bodyPr>
          <a:lstStyle/>
          <a:p>
            <a:pPr marL="0" lvl="1" indent="0">
              <a:buNone/>
            </a:pPr>
            <a:r>
              <a:rPr lang="en-US" sz="1400" b="1" dirty="0">
                <a:solidFill>
                  <a:schemeClr val="tx2"/>
                </a:solidFill>
              </a:rPr>
              <a:t>Data visualization categorical examples</a:t>
            </a:r>
          </a:p>
        </p:txBody>
      </p:sp>
      <p:sp>
        <p:nvSpPr>
          <p:cNvPr id="10" name="TextBox 9">
            <a:extLst>
              <a:ext uri="{FF2B5EF4-FFF2-40B4-BE49-F238E27FC236}">
                <a16:creationId xmlns:a16="http://schemas.microsoft.com/office/drawing/2014/main" id="{4ECE998A-2292-36B0-F644-760ADBB9F482}"/>
              </a:ext>
            </a:extLst>
          </p:cNvPr>
          <p:cNvSpPr txBox="1"/>
          <p:nvPr/>
        </p:nvSpPr>
        <p:spPr>
          <a:xfrm>
            <a:off x="6316868" y="3032903"/>
            <a:ext cx="5106985" cy="325920"/>
          </a:xfrm>
          <a:prstGeom prst="rect">
            <a:avLst/>
          </a:prstGeom>
          <a:noFill/>
        </p:spPr>
        <p:txBody>
          <a:bodyPr wrap="square" lIns="0" tIns="0" rIns="0" bIns="0" rtlCol="0">
            <a:noAutofit/>
          </a:bodyPr>
          <a:lstStyle/>
          <a:p>
            <a:pPr marL="0" lvl="1" indent="0">
              <a:buNone/>
            </a:pPr>
            <a:r>
              <a:rPr lang="en-US" sz="1400" b="1" dirty="0">
                <a:solidFill>
                  <a:schemeClr val="tx2"/>
                </a:solidFill>
              </a:rPr>
              <a:t>Data visualization deemphasis examples</a:t>
            </a:r>
          </a:p>
        </p:txBody>
      </p:sp>
      <p:sp>
        <p:nvSpPr>
          <p:cNvPr id="11" name="TextBox 10">
            <a:extLst>
              <a:ext uri="{FF2B5EF4-FFF2-40B4-BE49-F238E27FC236}">
                <a16:creationId xmlns:a16="http://schemas.microsoft.com/office/drawing/2014/main" id="{CD05225A-D50D-5CB4-25B1-839A0E50F27F}"/>
              </a:ext>
            </a:extLst>
          </p:cNvPr>
          <p:cNvSpPr txBox="1"/>
          <p:nvPr/>
        </p:nvSpPr>
        <p:spPr>
          <a:xfrm>
            <a:off x="6316868" y="4719463"/>
            <a:ext cx="5106985" cy="325920"/>
          </a:xfrm>
          <a:prstGeom prst="rect">
            <a:avLst/>
          </a:prstGeom>
          <a:noFill/>
        </p:spPr>
        <p:txBody>
          <a:bodyPr wrap="square" lIns="0" tIns="0" rIns="0" bIns="0" rtlCol="0">
            <a:noAutofit/>
          </a:bodyPr>
          <a:lstStyle/>
          <a:p>
            <a:pPr marL="0" lvl="1" indent="0">
              <a:buNone/>
            </a:pPr>
            <a:r>
              <a:rPr lang="en-US" sz="1400" b="1" dirty="0">
                <a:solidFill>
                  <a:schemeClr val="tx2"/>
                </a:solidFill>
              </a:rPr>
              <a:t>Data visualization KPIs example</a:t>
            </a:r>
          </a:p>
        </p:txBody>
      </p:sp>
      <p:graphicFrame>
        <p:nvGraphicFramePr>
          <p:cNvPr id="14" name="Content Placeholder 16">
            <a:extLst>
              <a:ext uri="{FF2B5EF4-FFF2-40B4-BE49-F238E27FC236}">
                <a16:creationId xmlns:a16="http://schemas.microsoft.com/office/drawing/2014/main" id="{2352F3D9-6BE4-50C6-D4E8-6C826A1D5BCA}"/>
              </a:ext>
            </a:extLst>
          </p:cNvPr>
          <p:cNvGraphicFramePr>
            <a:graphicFrameLocks/>
          </p:cNvGraphicFramePr>
          <p:nvPr>
            <p:extLst>
              <p:ext uri="{D42A27DB-BD31-4B8C-83A1-F6EECF244321}">
                <p14:modId xmlns:p14="http://schemas.microsoft.com/office/powerpoint/2010/main" val="2356583030"/>
              </p:ext>
            </p:extLst>
          </p:nvPr>
        </p:nvGraphicFramePr>
        <p:xfrm>
          <a:off x="9998306" y="1052569"/>
          <a:ext cx="1730144" cy="253350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ontent Placeholder 7">
            <a:extLst>
              <a:ext uri="{FF2B5EF4-FFF2-40B4-BE49-F238E27FC236}">
                <a16:creationId xmlns:a16="http://schemas.microsoft.com/office/drawing/2014/main" id="{BDDA912B-5FE3-75DF-112C-455AFBEAA69C}"/>
              </a:ext>
            </a:extLst>
          </p:cNvPr>
          <p:cNvGraphicFramePr>
            <a:graphicFrameLocks/>
          </p:cNvGraphicFramePr>
          <p:nvPr>
            <p:extLst>
              <p:ext uri="{D42A27DB-BD31-4B8C-83A1-F6EECF244321}">
                <p14:modId xmlns:p14="http://schemas.microsoft.com/office/powerpoint/2010/main" val="2157588934"/>
              </p:ext>
            </p:extLst>
          </p:nvPr>
        </p:nvGraphicFramePr>
        <p:xfrm>
          <a:off x="6096000" y="4974324"/>
          <a:ext cx="4231207" cy="132106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861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0DA4CEA-CC25-80ED-9739-EFF4FF4ABB0E}"/>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6475CE0E-8659-62C5-1FBD-0EB8E96FEE8C}"/>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9</a:t>
            </a:fld>
            <a:endParaRPr lang="en-US"/>
          </a:p>
        </p:txBody>
      </p:sp>
      <p:sp>
        <p:nvSpPr>
          <p:cNvPr id="5" name="Title 4">
            <a:extLst>
              <a:ext uri="{FF2B5EF4-FFF2-40B4-BE49-F238E27FC236}">
                <a16:creationId xmlns:a16="http://schemas.microsoft.com/office/drawing/2014/main" id="{874B42F8-A3F2-B207-F985-276B845BB92C}"/>
              </a:ext>
            </a:extLst>
          </p:cNvPr>
          <p:cNvSpPr>
            <a:spLocks noGrp="1"/>
          </p:cNvSpPr>
          <p:nvPr>
            <p:ph type="title"/>
          </p:nvPr>
        </p:nvSpPr>
        <p:spPr>
          <a:xfrm>
            <a:off x="460372" y="556953"/>
            <a:ext cx="11268077" cy="855922"/>
          </a:xfrm>
        </p:spPr>
        <p:txBody>
          <a:bodyPr/>
          <a:lstStyle/>
          <a:p>
            <a:r>
              <a:rPr lang="en-US" dirty="0"/>
              <a:t>Graphic element usage</a:t>
            </a:r>
            <a:br>
              <a:rPr lang="en-US" dirty="0"/>
            </a:br>
            <a:endParaRPr lang="en-US" dirty="0"/>
          </a:p>
        </p:txBody>
      </p:sp>
      <p:sp>
        <p:nvSpPr>
          <p:cNvPr id="6" name="Text Placeholder 5">
            <a:extLst>
              <a:ext uri="{FF2B5EF4-FFF2-40B4-BE49-F238E27FC236}">
                <a16:creationId xmlns:a16="http://schemas.microsoft.com/office/drawing/2014/main" id="{A19681AF-9FBC-96E6-5F4D-5E014EC8444D}"/>
              </a:ext>
            </a:extLst>
          </p:cNvPr>
          <p:cNvSpPr>
            <a:spLocks noGrp="1"/>
          </p:cNvSpPr>
          <p:nvPr>
            <p:ph type="body" sz="quarter" idx="19"/>
          </p:nvPr>
        </p:nvSpPr>
        <p:spPr>
          <a:xfrm>
            <a:off x="465137" y="0"/>
            <a:ext cx="5106989" cy="556953"/>
          </a:xfrm>
        </p:spPr>
        <p:txBody>
          <a:bodyPr/>
          <a:lstStyle/>
          <a:p>
            <a:r>
              <a:rPr lang="en-US" noProof="0" dirty="0"/>
              <a:t>Instructions</a:t>
            </a:r>
          </a:p>
        </p:txBody>
      </p:sp>
      <p:sp>
        <p:nvSpPr>
          <p:cNvPr id="7" name="Rectangle 6">
            <a:extLst>
              <a:ext uri="{FF2B5EF4-FFF2-40B4-BE49-F238E27FC236}">
                <a16:creationId xmlns:a16="http://schemas.microsoft.com/office/drawing/2014/main" id="{EB2BF45E-AAAC-28F2-F8F9-D53ECF9EEC68}"/>
              </a:ext>
            </a:extLst>
          </p:cNvPr>
          <p:cNvSpPr/>
          <p:nvPr/>
        </p:nvSpPr>
        <p:spPr bwMode="auto">
          <a:xfrm>
            <a:off x="3367618" y="1764887"/>
            <a:ext cx="2549524" cy="1652193"/>
          </a:xfrm>
          <a:prstGeom prst="rect">
            <a:avLst/>
          </a:prstGeom>
          <a:solidFill>
            <a:schemeClr val="accent3"/>
          </a:solidFill>
          <a:ln>
            <a:solidFill>
              <a:schemeClr val="accent2"/>
            </a:solid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8" name="TextBox 7">
            <a:extLst>
              <a:ext uri="{FF2B5EF4-FFF2-40B4-BE49-F238E27FC236}">
                <a16:creationId xmlns:a16="http://schemas.microsoft.com/office/drawing/2014/main" id="{2117A648-C62E-5FD6-E13A-F66AF5DC6AB6}"/>
              </a:ext>
            </a:extLst>
          </p:cNvPr>
          <p:cNvSpPr txBox="1"/>
          <p:nvPr/>
        </p:nvSpPr>
        <p:spPr>
          <a:xfrm>
            <a:off x="466726" y="3581400"/>
            <a:ext cx="2549524" cy="2540000"/>
          </a:xfrm>
          <a:prstGeom prst="rect">
            <a:avLst/>
          </a:prstGeom>
          <a:noFill/>
        </p:spPr>
        <p:txBody>
          <a:bodyPr wrap="square" lIns="0" tIns="0" rIns="0" bIns="0" rtlCol="0">
            <a:noAutofit/>
          </a:bodyPr>
          <a:lstStyle/>
          <a:p>
            <a:pPr marL="0" lvl="1" indent="0">
              <a:buNone/>
            </a:pPr>
            <a:r>
              <a:rPr lang="en-US" sz="1800" b="1" dirty="0">
                <a:solidFill>
                  <a:schemeClr val="tx2"/>
                </a:solidFill>
              </a:rPr>
              <a:t>Highlight graphic</a:t>
            </a:r>
          </a:p>
          <a:p>
            <a:pPr algn="l"/>
            <a:r>
              <a:rPr lang="en-US" sz="1200" dirty="0"/>
              <a:t>The highlight graphic can only be used on slides and content where it is prepopulated as an element on that page. Please do not copy and paste it to other pages or content. </a:t>
            </a:r>
          </a:p>
          <a:p>
            <a:pPr algn="l"/>
            <a:r>
              <a:rPr lang="en-US" sz="1200" dirty="0"/>
              <a:t>The following slide contains usage instructions for modifying the highlight graphic to align with text. Please reference the brand guidelines for detailed highlight graphic information.</a:t>
            </a:r>
          </a:p>
        </p:txBody>
      </p:sp>
      <p:pic>
        <p:nvPicPr>
          <p:cNvPr id="9" name="Picture 8">
            <a:extLst>
              <a:ext uri="{FF2B5EF4-FFF2-40B4-BE49-F238E27FC236}">
                <a16:creationId xmlns:a16="http://schemas.microsoft.com/office/drawing/2014/main" id="{6B800BFE-33D7-D8DD-158F-1CDB2843699B}"/>
              </a:ext>
            </a:extLst>
          </p:cNvPr>
          <p:cNvPicPr preferRelativeResize="0">
            <a:picLocks/>
          </p:cNvPicPr>
          <p:nvPr/>
        </p:nvPicPr>
        <p:blipFill>
          <a:blip r:embed="rId2">
            <a:extLst>
              <a:ext uri="{28A0092B-C50C-407E-A947-70E740481C1C}">
                <a14:useLocalDpi xmlns:a14="http://schemas.microsoft.com/office/drawing/2010/main"/>
              </a:ext>
            </a:extLst>
          </a:blip>
          <a:srcRect/>
          <a:stretch/>
        </p:blipFill>
        <p:spPr>
          <a:xfrm>
            <a:off x="472874" y="1767885"/>
            <a:ext cx="2537223" cy="1649195"/>
          </a:xfrm>
          <a:prstGeom prst="rect">
            <a:avLst/>
          </a:prstGeom>
          <a:solidFill>
            <a:schemeClr val="accent4"/>
          </a:solidFill>
          <a:ln>
            <a:solidFill>
              <a:schemeClr val="accent2"/>
            </a:solidFill>
          </a:ln>
        </p:spPr>
      </p:pic>
      <p:sp>
        <p:nvSpPr>
          <p:cNvPr id="10" name="TextBox 9">
            <a:extLst>
              <a:ext uri="{FF2B5EF4-FFF2-40B4-BE49-F238E27FC236}">
                <a16:creationId xmlns:a16="http://schemas.microsoft.com/office/drawing/2014/main" id="{FF9CDED6-ACCC-B9E0-1207-1A2E3AEBE7D2}"/>
              </a:ext>
            </a:extLst>
          </p:cNvPr>
          <p:cNvSpPr txBox="1"/>
          <p:nvPr/>
        </p:nvSpPr>
        <p:spPr>
          <a:xfrm>
            <a:off x="3370794" y="3581400"/>
            <a:ext cx="2549524" cy="1649195"/>
          </a:xfrm>
          <a:prstGeom prst="rect">
            <a:avLst/>
          </a:prstGeom>
          <a:noFill/>
        </p:spPr>
        <p:txBody>
          <a:bodyPr wrap="square" lIns="0" tIns="0" rIns="0" bIns="0" rtlCol="0">
            <a:noAutofit/>
          </a:bodyPr>
          <a:lstStyle/>
          <a:p>
            <a:pPr marL="0" lvl="1" indent="0">
              <a:buNone/>
            </a:pPr>
            <a:r>
              <a:rPr lang="en-US" sz="1800" b="1" dirty="0">
                <a:solidFill>
                  <a:schemeClr val="tx2"/>
                </a:solidFill>
              </a:rPr>
              <a:t>Hand-drawn graphics</a:t>
            </a:r>
          </a:p>
          <a:p>
            <a:pPr algn="l"/>
            <a:r>
              <a:rPr lang="en-US" sz="1200" dirty="0"/>
              <a:t>The hand-drawn graphics can only be used on slides and content where they are prepopulated as an element on that page. Please do not copy and paste it to other pages or content. </a:t>
            </a:r>
          </a:p>
        </p:txBody>
      </p:sp>
      <p:sp>
        <p:nvSpPr>
          <p:cNvPr id="11" name="TextBox 10">
            <a:extLst>
              <a:ext uri="{FF2B5EF4-FFF2-40B4-BE49-F238E27FC236}">
                <a16:creationId xmlns:a16="http://schemas.microsoft.com/office/drawing/2014/main" id="{47A7E225-CF43-F7CC-6F6F-0327F5290A8F}"/>
              </a:ext>
            </a:extLst>
          </p:cNvPr>
          <p:cNvSpPr txBox="1"/>
          <p:nvPr/>
        </p:nvSpPr>
        <p:spPr>
          <a:xfrm>
            <a:off x="6274862" y="3581400"/>
            <a:ext cx="2549524" cy="1649195"/>
          </a:xfrm>
          <a:prstGeom prst="rect">
            <a:avLst/>
          </a:prstGeom>
          <a:noFill/>
        </p:spPr>
        <p:txBody>
          <a:bodyPr wrap="square" lIns="0" tIns="0" rIns="0" bIns="0" rtlCol="0">
            <a:noAutofit/>
          </a:bodyPr>
          <a:lstStyle/>
          <a:p>
            <a:pPr marL="0" lvl="1" indent="0">
              <a:buNone/>
            </a:pPr>
            <a:r>
              <a:rPr lang="en-US" sz="1800" b="1" dirty="0">
                <a:solidFill>
                  <a:schemeClr val="tx2"/>
                </a:solidFill>
              </a:rPr>
              <a:t>Whiteboard grid graphic</a:t>
            </a:r>
          </a:p>
          <a:p>
            <a:pPr algn="l"/>
            <a:r>
              <a:rPr lang="en-US" sz="1200" dirty="0"/>
              <a:t>The Whiteboard grid graphic can only be used on slides and content where it is prepopulated as an element on that page. Please do not copy and paste it to other pages or content. </a:t>
            </a:r>
          </a:p>
        </p:txBody>
      </p:sp>
      <p:pic>
        <p:nvPicPr>
          <p:cNvPr id="12" name="Picture 11">
            <a:extLst>
              <a:ext uri="{FF2B5EF4-FFF2-40B4-BE49-F238E27FC236}">
                <a16:creationId xmlns:a16="http://schemas.microsoft.com/office/drawing/2014/main" id="{7264D186-4776-C8E0-8BA7-B9B8DBEEC556}"/>
              </a:ext>
            </a:extLst>
          </p:cNvPr>
          <p:cNvPicPr preferRelativeResize="0">
            <a:picLocks/>
          </p:cNvPicPr>
          <p:nvPr/>
        </p:nvPicPr>
        <p:blipFill>
          <a:blip r:embed="rId3">
            <a:extLst>
              <a:ext uri="{28A0092B-C50C-407E-A947-70E740481C1C}">
                <a14:useLocalDpi xmlns:a14="http://schemas.microsoft.com/office/drawing/2010/main"/>
              </a:ext>
            </a:extLst>
          </a:blip>
          <a:srcRect/>
          <a:stretch/>
        </p:blipFill>
        <p:spPr>
          <a:xfrm>
            <a:off x="6274860" y="1768010"/>
            <a:ext cx="2549523" cy="1648945"/>
          </a:xfrm>
          <a:prstGeom prst="rect">
            <a:avLst/>
          </a:prstGeom>
          <a:solidFill>
            <a:schemeClr val="accent4"/>
          </a:solidFill>
          <a:ln>
            <a:solidFill>
              <a:schemeClr val="accent2"/>
            </a:solidFill>
          </a:ln>
        </p:spPr>
      </p:pic>
      <p:sp>
        <p:nvSpPr>
          <p:cNvPr id="13" name="TextBox 12">
            <a:extLst>
              <a:ext uri="{FF2B5EF4-FFF2-40B4-BE49-F238E27FC236}">
                <a16:creationId xmlns:a16="http://schemas.microsoft.com/office/drawing/2014/main" id="{A1C0C8CA-DFDB-4322-E292-572708B9671B}"/>
              </a:ext>
            </a:extLst>
          </p:cNvPr>
          <p:cNvSpPr txBox="1"/>
          <p:nvPr/>
        </p:nvSpPr>
        <p:spPr>
          <a:xfrm>
            <a:off x="9178929" y="3581400"/>
            <a:ext cx="2549524" cy="1649195"/>
          </a:xfrm>
          <a:prstGeom prst="rect">
            <a:avLst/>
          </a:prstGeom>
          <a:noFill/>
        </p:spPr>
        <p:txBody>
          <a:bodyPr wrap="square" lIns="0" tIns="0" rIns="0" bIns="0" rtlCol="0">
            <a:noAutofit/>
          </a:bodyPr>
          <a:lstStyle/>
          <a:p>
            <a:pPr marL="0" lvl="1" indent="0">
              <a:buNone/>
            </a:pPr>
            <a:r>
              <a:rPr lang="en-US" sz="1800" b="1" dirty="0">
                <a:solidFill>
                  <a:schemeClr val="tx2"/>
                </a:solidFill>
              </a:rPr>
              <a:t>Abstract imagery</a:t>
            </a:r>
          </a:p>
          <a:p>
            <a:pPr algn="l"/>
            <a:r>
              <a:rPr lang="en-US" sz="1200" dirty="0"/>
              <a:t>Abstract imagery may be used in any single image placeholder, but should always be used in the smaller image placeholder for any two image placeholder slide options.</a:t>
            </a:r>
          </a:p>
        </p:txBody>
      </p:sp>
      <p:pic>
        <p:nvPicPr>
          <p:cNvPr id="14" name="Picture 13">
            <a:extLst>
              <a:ext uri="{FF2B5EF4-FFF2-40B4-BE49-F238E27FC236}">
                <a16:creationId xmlns:a16="http://schemas.microsoft.com/office/drawing/2014/main" id="{906780FF-1FA1-8D03-1BFD-0596AA464668}"/>
              </a:ext>
            </a:extLst>
          </p:cNvPr>
          <p:cNvPicPr preferRelativeResize="0">
            <a:picLocks/>
          </p:cNvPicPr>
          <p:nvPr/>
        </p:nvPicPr>
        <p:blipFill>
          <a:blip r:embed="rId4">
            <a:extLst>
              <a:ext uri="{28A0092B-C50C-407E-A947-70E740481C1C}">
                <a14:useLocalDpi xmlns:a14="http://schemas.microsoft.com/office/drawing/2010/main"/>
              </a:ext>
            </a:extLst>
          </a:blip>
          <a:srcRect/>
          <a:stretch/>
        </p:blipFill>
        <p:spPr>
          <a:xfrm>
            <a:off x="9178927" y="1768010"/>
            <a:ext cx="2549523" cy="1648945"/>
          </a:xfrm>
          <a:prstGeom prst="rect">
            <a:avLst/>
          </a:prstGeom>
          <a:solidFill>
            <a:schemeClr val="accent4"/>
          </a:solidFill>
          <a:ln>
            <a:solidFill>
              <a:schemeClr val="accent2"/>
            </a:solidFill>
          </a:ln>
        </p:spPr>
      </p:pic>
      <p:sp>
        <p:nvSpPr>
          <p:cNvPr id="15" name="TextBox 14">
            <a:extLst>
              <a:ext uri="{FF2B5EF4-FFF2-40B4-BE49-F238E27FC236}">
                <a16:creationId xmlns:a16="http://schemas.microsoft.com/office/drawing/2014/main" id="{054AFC80-4784-C710-8B3B-40682CF339C6}"/>
              </a:ext>
            </a:extLst>
          </p:cNvPr>
          <p:cNvSpPr txBox="1"/>
          <p:nvPr/>
        </p:nvSpPr>
        <p:spPr>
          <a:xfrm>
            <a:off x="4025900" y="5573882"/>
            <a:ext cx="7702549" cy="330072"/>
          </a:xfrm>
          <a:prstGeom prst="rect">
            <a:avLst/>
          </a:prstGeom>
          <a:solidFill>
            <a:schemeClr val="accent4"/>
          </a:solidFill>
        </p:spPr>
        <p:txBody>
          <a:bodyPr wrap="square" lIns="144000" tIns="72000" rIns="144000" bIns="72000" rtlCol="0">
            <a:spAutoFit/>
          </a:bodyPr>
          <a:lstStyle/>
          <a:p>
            <a:pPr algn="r"/>
            <a:r>
              <a:rPr lang="en-US" sz="1200" b="1">
                <a:solidFill>
                  <a:schemeClr val="tx1"/>
                </a:solidFill>
              </a:rPr>
              <a:t>If additional versions of the graphic elements are needed, reach out to the Brand Team for assistance. </a:t>
            </a:r>
          </a:p>
        </p:txBody>
      </p:sp>
      <p:grpSp>
        <p:nvGrpSpPr>
          <p:cNvPr id="16" name="Group 15">
            <a:extLst>
              <a:ext uri="{FF2B5EF4-FFF2-40B4-BE49-F238E27FC236}">
                <a16:creationId xmlns:a16="http://schemas.microsoft.com/office/drawing/2014/main" id="{CF29F2C5-C204-21AE-07FB-13EC9DBBF47B}"/>
              </a:ext>
            </a:extLst>
          </p:cNvPr>
          <p:cNvGrpSpPr/>
          <p:nvPr/>
        </p:nvGrpSpPr>
        <p:grpSpPr>
          <a:xfrm>
            <a:off x="3423699" y="1618439"/>
            <a:ext cx="2392841" cy="1923315"/>
            <a:chOff x="3405769" y="1548635"/>
            <a:chExt cx="2479687" cy="1993120"/>
          </a:xfrm>
        </p:grpSpPr>
        <p:pic>
          <p:nvPicPr>
            <p:cNvPr id="17" name="Picture 16" descr="A blue line on a black background&#10;&#10;Description automatically generated">
              <a:extLst>
                <a:ext uri="{FF2B5EF4-FFF2-40B4-BE49-F238E27FC236}">
                  <a16:creationId xmlns:a16="http://schemas.microsoft.com/office/drawing/2014/main" id="{6D75CAC1-BF91-DC6D-B5D4-466D2802EFD9}"/>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3567520" y="1548635"/>
              <a:ext cx="914400" cy="914400"/>
            </a:xfrm>
            <a:prstGeom prst="rect">
              <a:avLst/>
            </a:prstGeom>
          </p:spPr>
        </p:pic>
        <p:pic>
          <p:nvPicPr>
            <p:cNvPr id="18" name="Picture 17">
              <a:extLst>
                <a:ext uri="{FF2B5EF4-FFF2-40B4-BE49-F238E27FC236}">
                  <a16:creationId xmlns:a16="http://schemas.microsoft.com/office/drawing/2014/main" id="{980DB069-2D82-D302-218F-5F910E50B35D}"/>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067467" y="2045480"/>
              <a:ext cx="914400" cy="914400"/>
            </a:xfrm>
            <a:prstGeom prst="rect">
              <a:avLst/>
            </a:prstGeom>
          </p:spPr>
        </p:pic>
        <p:pic>
          <p:nvPicPr>
            <p:cNvPr id="19" name="Picture 18">
              <a:extLst>
                <a:ext uri="{FF2B5EF4-FFF2-40B4-BE49-F238E27FC236}">
                  <a16:creationId xmlns:a16="http://schemas.microsoft.com/office/drawing/2014/main" id="{DF4856E9-BA54-2696-D504-DB0EF0356223}"/>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4971056" y="1752600"/>
              <a:ext cx="914400" cy="914400"/>
            </a:xfrm>
            <a:prstGeom prst="rect">
              <a:avLst/>
            </a:prstGeom>
          </p:spPr>
        </p:pic>
        <p:pic>
          <p:nvPicPr>
            <p:cNvPr id="20" name="Picture 19" descr="A blue line with two arrows&#10;&#10;Description automatically generated">
              <a:extLst>
                <a:ext uri="{FF2B5EF4-FFF2-40B4-BE49-F238E27FC236}">
                  <a16:creationId xmlns:a16="http://schemas.microsoft.com/office/drawing/2014/main" id="{40225DFE-83B2-E886-9195-E6E92B422279}"/>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4830128" y="2584840"/>
              <a:ext cx="914400" cy="914400"/>
            </a:xfrm>
            <a:prstGeom prst="rect">
              <a:avLst/>
            </a:prstGeom>
          </p:spPr>
        </p:pic>
        <p:pic>
          <p:nvPicPr>
            <p:cNvPr id="21" name="Picture 20">
              <a:extLst>
                <a:ext uri="{FF2B5EF4-FFF2-40B4-BE49-F238E27FC236}">
                  <a16:creationId xmlns:a16="http://schemas.microsoft.com/office/drawing/2014/main" id="{5CC3761C-1CDE-D0CD-1949-F896255BB8D5}"/>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4928140" y="1847925"/>
              <a:ext cx="914400" cy="914400"/>
            </a:xfrm>
            <a:prstGeom prst="rect">
              <a:avLst/>
            </a:prstGeom>
          </p:spPr>
        </p:pic>
        <p:pic>
          <p:nvPicPr>
            <p:cNvPr id="22" name="Picture 21" descr="A blue square with an arrow pointing to the left&#10;&#10;Description automatically generated">
              <a:extLst>
                <a:ext uri="{FF2B5EF4-FFF2-40B4-BE49-F238E27FC236}">
                  <a16:creationId xmlns:a16="http://schemas.microsoft.com/office/drawing/2014/main" id="{AD7D0301-FAC9-6A8F-8D59-0F42F0B7F550}"/>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3405769" y="1964664"/>
              <a:ext cx="914400" cy="914400"/>
            </a:xfrm>
            <a:prstGeom prst="rect">
              <a:avLst/>
            </a:prstGeom>
          </p:spPr>
        </p:pic>
        <p:pic>
          <p:nvPicPr>
            <p:cNvPr id="23" name="Picture 22" descr="A blue oval with a black background&#10;&#10;Description automatically generated">
              <a:extLst>
                <a:ext uri="{FF2B5EF4-FFF2-40B4-BE49-F238E27FC236}">
                  <a16:creationId xmlns:a16="http://schemas.microsoft.com/office/drawing/2014/main" id="{B9CCAAF4-1C33-49F5-7720-C6FD945D6903}"/>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3588809" y="2627355"/>
              <a:ext cx="914400" cy="914400"/>
            </a:xfrm>
            <a:prstGeom prst="rect">
              <a:avLst/>
            </a:prstGeom>
          </p:spPr>
        </p:pic>
      </p:grpSp>
      <p:sp>
        <p:nvSpPr>
          <p:cNvPr id="24" name="TextBox 23">
            <a:extLst>
              <a:ext uri="{FF2B5EF4-FFF2-40B4-BE49-F238E27FC236}">
                <a16:creationId xmlns:a16="http://schemas.microsoft.com/office/drawing/2014/main" id="{7A23B037-2A13-0840-9187-3B614AA97ECC}"/>
              </a:ext>
            </a:extLst>
          </p:cNvPr>
          <p:cNvSpPr txBox="1"/>
          <p:nvPr/>
        </p:nvSpPr>
        <p:spPr>
          <a:xfrm>
            <a:off x="328862" y="1438529"/>
            <a:ext cx="2096560" cy="330072"/>
          </a:xfrm>
          <a:prstGeom prst="rect">
            <a:avLst/>
          </a:prstGeom>
          <a:noFill/>
        </p:spPr>
        <p:txBody>
          <a:bodyPr wrap="square" lIns="144000" tIns="72000" rIns="144000" bIns="72000" rtlCol="0">
            <a:spAutoFit/>
          </a:bodyPr>
          <a:lstStyle/>
          <a:p>
            <a:r>
              <a:rPr lang="en-US" sz="1200" b="1" dirty="0">
                <a:solidFill>
                  <a:schemeClr val="tx1"/>
                </a:solidFill>
              </a:rPr>
              <a:t>Available in </a:t>
            </a:r>
            <a:r>
              <a:rPr lang="en-US" sz="1200" b="1" dirty="0" err="1">
                <a:solidFill>
                  <a:schemeClr val="tx1"/>
                </a:solidFill>
              </a:rPr>
              <a:t>Templafy</a:t>
            </a:r>
            <a:endParaRPr lang="en-US" sz="1200" b="1" dirty="0">
              <a:solidFill>
                <a:schemeClr val="tx1"/>
              </a:solidFill>
            </a:endParaRPr>
          </a:p>
        </p:txBody>
      </p:sp>
      <p:sp>
        <p:nvSpPr>
          <p:cNvPr id="25" name="TextBox 24">
            <a:extLst>
              <a:ext uri="{FF2B5EF4-FFF2-40B4-BE49-F238E27FC236}">
                <a16:creationId xmlns:a16="http://schemas.microsoft.com/office/drawing/2014/main" id="{A168EBF8-B3A0-D972-2C5E-D7E82581DCC9}"/>
              </a:ext>
            </a:extLst>
          </p:cNvPr>
          <p:cNvSpPr txBox="1"/>
          <p:nvPr/>
        </p:nvSpPr>
        <p:spPr>
          <a:xfrm>
            <a:off x="3237379" y="1438529"/>
            <a:ext cx="2096560" cy="330072"/>
          </a:xfrm>
          <a:prstGeom prst="rect">
            <a:avLst/>
          </a:prstGeom>
          <a:noFill/>
        </p:spPr>
        <p:txBody>
          <a:bodyPr wrap="square" lIns="144000" tIns="72000" rIns="144000" bIns="72000" rtlCol="0">
            <a:spAutoFit/>
          </a:bodyPr>
          <a:lstStyle/>
          <a:p>
            <a:r>
              <a:rPr lang="en-US" sz="1200" b="1" dirty="0">
                <a:solidFill>
                  <a:schemeClr val="tx1"/>
                </a:solidFill>
              </a:rPr>
              <a:t>Available in </a:t>
            </a:r>
            <a:r>
              <a:rPr lang="en-US" sz="1200" b="1" dirty="0" err="1">
                <a:solidFill>
                  <a:schemeClr val="tx1"/>
                </a:solidFill>
              </a:rPr>
              <a:t>Templafy</a:t>
            </a:r>
            <a:endParaRPr lang="en-US" sz="1200" b="1" dirty="0">
              <a:solidFill>
                <a:schemeClr val="tx1"/>
              </a:solidFill>
            </a:endParaRPr>
          </a:p>
        </p:txBody>
      </p:sp>
      <p:sp>
        <p:nvSpPr>
          <p:cNvPr id="26" name="TextBox 25">
            <a:extLst>
              <a:ext uri="{FF2B5EF4-FFF2-40B4-BE49-F238E27FC236}">
                <a16:creationId xmlns:a16="http://schemas.microsoft.com/office/drawing/2014/main" id="{A656BFB2-3D66-3C3D-AA88-1DE8094383C2}"/>
              </a:ext>
            </a:extLst>
          </p:cNvPr>
          <p:cNvSpPr txBox="1"/>
          <p:nvPr/>
        </p:nvSpPr>
        <p:spPr>
          <a:xfrm>
            <a:off x="9019499" y="1438529"/>
            <a:ext cx="2096560" cy="330072"/>
          </a:xfrm>
          <a:prstGeom prst="rect">
            <a:avLst/>
          </a:prstGeom>
          <a:noFill/>
        </p:spPr>
        <p:txBody>
          <a:bodyPr wrap="square" lIns="144000" tIns="72000" rIns="144000" bIns="72000" rtlCol="0">
            <a:spAutoFit/>
          </a:bodyPr>
          <a:lstStyle/>
          <a:p>
            <a:r>
              <a:rPr lang="en-US" sz="1200" b="1" dirty="0">
                <a:solidFill>
                  <a:schemeClr val="tx1"/>
                </a:solidFill>
              </a:rPr>
              <a:t>Available in </a:t>
            </a:r>
            <a:r>
              <a:rPr lang="en-US" sz="1200" b="1" dirty="0" err="1">
                <a:solidFill>
                  <a:schemeClr val="tx1"/>
                </a:solidFill>
              </a:rPr>
              <a:t>Templafy</a:t>
            </a:r>
            <a:endParaRPr lang="en-US" sz="1200" b="1" dirty="0">
              <a:solidFill>
                <a:schemeClr val="tx1"/>
              </a:solidFill>
            </a:endParaRPr>
          </a:p>
        </p:txBody>
      </p:sp>
    </p:spTree>
    <p:extLst>
      <p:ext uri="{BB962C8B-B14F-4D97-AF65-F5344CB8AC3E}">
        <p14:creationId xmlns:p14="http://schemas.microsoft.com/office/powerpoint/2010/main" val="1758036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64460B-1882-8CD8-5EF8-8F506C924A80}"/>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C589109F-D7E6-CD2B-3070-F9AF91693808}"/>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10</a:t>
            </a:fld>
            <a:endParaRPr lang="en-US"/>
          </a:p>
        </p:txBody>
      </p:sp>
      <p:sp>
        <p:nvSpPr>
          <p:cNvPr id="4" name="Title 3">
            <a:extLst>
              <a:ext uri="{FF2B5EF4-FFF2-40B4-BE49-F238E27FC236}">
                <a16:creationId xmlns:a16="http://schemas.microsoft.com/office/drawing/2014/main" id="{BFB2836C-0374-3179-F766-7AAA27BD9BF3}"/>
              </a:ext>
            </a:extLst>
          </p:cNvPr>
          <p:cNvSpPr>
            <a:spLocks noGrp="1"/>
          </p:cNvSpPr>
          <p:nvPr>
            <p:ph type="title"/>
          </p:nvPr>
        </p:nvSpPr>
        <p:spPr>
          <a:xfrm>
            <a:off x="460372" y="556953"/>
            <a:ext cx="11268077" cy="855922"/>
          </a:xfrm>
        </p:spPr>
        <p:txBody>
          <a:bodyPr/>
          <a:lstStyle/>
          <a:p>
            <a:r>
              <a:rPr lang="en-US" dirty="0"/>
              <a:t>Highlight adjustment</a:t>
            </a:r>
          </a:p>
        </p:txBody>
      </p:sp>
      <p:sp>
        <p:nvSpPr>
          <p:cNvPr id="20" name="Text Placeholder 19">
            <a:extLst>
              <a:ext uri="{FF2B5EF4-FFF2-40B4-BE49-F238E27FC236}">
                <a16:creationId xmlns:a16="http://schemas.microsoft.com/office/drawing/2014/main" id="{6856F18D-4B5F-D02F-7F97-14A87FEE95AC}"/>
              </a:ext>
            </a:extLst>
          </p:cNvPr>
          <p:cNvSpPr>
            <a:spLocks noGrp="1"/>
          </p:cNvSpPr>
          <p:nvPr>
            <p:ph type="body" sz="quarter" idx="19"/>
          </p:nvPr>
        </p:nvSpPr>
        <p:spPr/>
        <p:txBody>
          <a:bodyPr/>
          <a:lstStyle/>
          <a:p>
            <a:endParaRPr lang="en-US"/>
          </a:p>
        </p:txBody>
      </p:sp>
      <p:sp>
        <p:nvSpPr>
          <p:cNvPr id="6" name="TextBox 5">
            <a:extLst>
              <a:ext uri="{FF2B5EF4-FFF2-40B4-BE49-F238E27FC236}">
                <a16:creationId xmlns:a16="http://schemas.microsoft.com/office/drawing/2014/main" id="{0536B43B-C101-2EC8-8BA4-34777A0460C3}"/>
              </a:ext>
            </a:extLst>
          </p:cNvPr>
          <p:cNvSpPr txBox="1"/>
          <p:nvPr/>
        </p:nvSpPr>
        <p:spPr>
          <a:xfrm>
            <a:off x="466725" y="5347139"/>
            <a:ext cx="2422581"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Add your headline copy in the headline placeholder.</a:t>
            </a:r>
          </a:p>
        </p:txBody>
      </p:sp>
      <p:sp>
        <p:nvSpPr>
          <p:cNvPr id="7" name="TextBox 6">
            <a:extLst>
              <a:ext uri="{FF2B5EF4-FFF2-40B4-BE49-F238E27FC236}">
                <a16:creationId xmlns:a16="http://schemas.microsoft.com/office/drawing/2014/main" id="{87CAADAB-2A24-3D10-3CF6-10B7279922D4}"/>
              </a:ext>
            </a:extLst>
          </p:cNvPr>
          <p:cNvSpPr txBox="1"/>
          <p:nvPr/>
        </p:nvSpPr>
        <p:spPr>
          <a:xfrm>
            <a:off x="3433369" y="5347139"/>
            <a:ext cx="2422581"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Select the highlight graphic that is intentionally placed to the left of the text for easy selection.</a:t>
            </a:r>
          </a:p>
        </p:txBody>
      </p:sp>
      <p:sp>
        <p:nvSpPr>
          <p:cNvPr id="8" name="TextBox 7">
            <a:extLst>
              <a:ext uri="{FF2B5EF4-FFF2-40B4-BE49-F238E27FC236}">
                <a16:creationId xmlns:a16="http://schemas.microsoft.com/office/drawing/2014/main" id="{CCC2FAC9-6408-F72F-132B-E2816FAEB0AC}"/>
              </a:ext>
            </a:extLst>
          </p:cNvPr>
          <p:cNvSpPr txBox="1"/>
          <p:nvPr/>
        </p:nvSpPr>
        <p:spPr>
          <a:xfrm>
            <a:off x="9366656" y="5347139"/>
            <a:ext cx="2422581"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Grab the center adjustment handle on the right side of the highlight graphic and stretch it left or right to cover the entire word</a:t>
            </a:r>
          </a:p>
        </p:txBody>
      </p:sp>
      <p:sp>
        <p:nvSpPr>
          <p:cNvPr id="9" name="TextBox 8">
            <a:extLst>
              <a:ext uri="{FF2B5EF4-FFF2-40B4-BE49-F238E27FC236}">
                <a16:creationId xmlns:a16="http://schemas.microsoft.com/office/drawing/2014/main" id="{2B665DE1-62AB-12DC-1867-39A3DB78459B}"/>
              </a:ext>
            </a:extLst>
          </p:cNvPr>
          <p:cNvSpPr txBox="1"/>
          <p:nvPr/>
        </p:nvSpPr>
        <p:spPr>
          <a:xfrm>
            <a:off x="6400012" y="5347139"/>
            <a:ext cx="2422582"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Move the highlight graphic so the left edge sits just outside the first letter of the highlighted word.</a:t>
            </a:r>
          </a:p>
        </p:txBody>
      </p:sp>
      <p:sp>
        <p:nvSpPr>
          <p:cNvPr id="10" name="Right Arrow 9">
            <a:extLst>
              <a:ext uri="{FF2B5EF4-FFF2-40B4-BE49-F238E27FC236}">
                <a16:creationId xmlns:a16="http://schemas.microsoft.com/office/drawing/2014/main" id="{44B0CF48-AC49-1A1A-68F0-A34CBC841B35}"/>
              </a:ext>
            </a:extLst>
          </p:cNvPr>
          <p:cNvSpPr/>
          <p:nvPr/>
        </p:nvSpPr>
        <p:spPr bwMode="auto">
          <a:xfrm>
            <a:off x="3030239" y="3309643"/>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pic>
        <p:nvPicPr>
          <p:cNvPr id="11" name="Picture 10">
            <a:extLst>
              <a:ext uri="{FF2B5EF4-FFF2-40B4-BE49-F238E27FC236}">
                <a16:creationId xmlns:a16="http://schemas.microsoft.com/office/drawing/2014/main" id="{2FCC6DA1-6C04-62C0-3734-42290F71B3FB}"/>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466725" y="1754826"/>
            <a:ext cx="2422581" cy="3436204"/>
          </a:xfrm>
          <a:prstGeom prst="rect">
            <a:avLst/>
          </a:prstGeom>
          <a:ln>
            <a:solidFill>
              <a:schemeClr val="bg1">
                <a:lumMod val="50000"/>
              </a:schemeClr>
            </a:solidFill>
          </a:ln>
        </p:spPr>
      </p:pic>
      <p:pic>
        <p:nvPicPr>
          <p:cNvPr id="12" name="Picture 11">
            <a:extLst>
              <a:ext uri="{FF2B5EF4-FFF2-40B4-BE49-F238E27FC236}">
                <a16:creationId xmlns:a16="http://schemas.microsoft.com/office/drawing/2014/main" id="{385C4E59-ED77-B8F1-F821-09012E2A2BDD}"/>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3433369" y="1754826"/>
            <a:ext cx="2422581" cy="3436204"/>
          </a:xfrm>
          <a:prstGeom prst="rect">
            <a:avLst/>
          </a:prstGeom>
          <a:ln>
            <a:solidFill>
              <a:schemeClr val="bg1">
                <a:lumMod val="50000"/>
              </a:schemeClr>
            </a:solidFill>
          </a:ln>
        </p:spPr>
      </p:pic>
      <p:pic>
        <p:nvPicPr>
          <p:cNvPr id="13" name="Picture 12">
            <a:extLst>
              <a:ext uri="{FF2B5EF4-FFF2-40B4-BE49-F238E27FC236}">
                <a16:creationId xmlns:a16="http://schemas.microsoft.com/office/drawing/2014/main" id="{3BF291D1-DD27-1D9D-3ACE-2C53C52C8F31}"/>
              </a:ext>
            </a:extLst>
          </p:cNvPr>
          <p:cNvPicPr>
            <a:picLocks noChangeAspect="1"/>
          </p:cNvPicPr>
          <p:nvPr/>
        </p:nvPicPr>
        <p:blipFill>
          <a:blip r:embed="rId4" cstate="hqprint">
            <a:extLst>
              <a:ext uri="{28A0092B-C50C-407E-A947-70E740481C1C}">
                <a14:useLocalDpi xmlns:a14="http://schemas.microsoft.com/office/drawing/2010/main"/>
              </a:ext>
            </a:extLst>
          </a:blip>
          <a:srcRect/>
          <a:stretch/>
        </p:blipFill>
        <p:spPr>
          <a:xfrm>
            <a:off x="6400013" y="1754826"/>
            <a:ext cx="2422581" cy="3436204"/>
          </a:xfrm>
          <a:prstGeom prst="rect">
            <a:avLst/>
          </a:prstGeom>
          <a:ln>
            <a:solidFill>
              <a:schemeClr val="bg1">
                <a:lumMod val="50000"/>
              </a:schemeClr>
            </a:solidFill>
          </a:ln>
        </p:spPr>
      </p:pic>
      <p:pic>
        <p:nvPicPr>
          <p:cNvPr id="14" name="Picture 13">
            <a:extLst>
              <a:ext uri="{FF2B5EF4-FFF2-40B4-BE49-F238E27FC236}">
                <a16:creationId xmlns:a16="http://schemas.microsoft.com/office/drawing/2014/main" id="{B1F92531-DBFB-0232-FFF9-73A19546692A}"/>
              </a:ext>
            </a:extLst>
          </p:cNvPr>
          <p:cNvPicPr>
            <a:picLocks noChangeAspect="1"/>
          </p:cNvPicPr>
          <p:nvPr/>
        </p:nvPicPr>
        <p:blipFill>
          <a:blip r:embed="rId5" cstate="hqprint">
            <a:extLst>
              <a:ext uri="{28A0092B-C50C-407E-A947-70E740481C1C}">
                <a14:useLocalDpi xmlns:a14="http://schemas.microsoft.com/office/drawing/2010/main"/>
              </a:ext>
            </a:extLst>
          </a:blip>
          <a:srcRect l="429" r="429"/>
          <a:stretch/>
        </p:blipFill>
        <p:spPr>
          <a:xfrm>
            <a:off x="9366656" y="1754826"/>
            <a:ext cx="2422581" cy="3436204"/>
          </a:xfrm>
          <a:prstGeom prst="rect">
            <a:avLst/>
          </a:prstGeom>
          <a:ln>
            <a:solidFill>
              <a:schemeClr val="bg1">
                <a:lumMod val="50000"/>
              </a:schemeClr>
            </a:solidFill>
          </a:ln>
        </p:spPr>
      </p:pic>
      <p:sp>
        <p:nvSpPr>
          <p:cNvPr id="15" name="Right Arrow 14">
            <a:extLst>
              <a:ext uri="{FF2B5EF4-FFF2-40B4-BE49-F238E27FC236}">
                <a16:creationId xmlns:a16="http://schemas.microsoft.com/office/drawing/2014/main" id="{7FC84D13-6D71-9BF0-C95C-32E60BE2E9EB}"/>
              </a:ext>
            </a:extLst>
          </p:cNvPr>
          <p:cNvSpPr/>
          <p:nvPr/>
        </p:nvSpPr>
        <p:spPr bwMode="auto">
          <a:xfrm>
            <a:off x="5996464" y="3309643"/>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16" name="Right Arrow 15">
            <a:extLst>
              <a:ext uri="{FF2B5EF4-FFF2-40B4-BE49-F238E27FC236}">
                <a16:creationId xmlns:a16="http://schemas.microsoft.com/office/drawing/2014/main" id="{8BE51DFC-50E7-705D-3898-E89212AEE7D4}"/>
              </a:ext>
            </a:extLst>
          </p:cNvPr>
          <p:cNvSpPr/>
          <p:nvPr/>
        </p:nvSpPr>
        <p:spPr bwMode="auto">
          <a:xfrm>
            <a:off x="8962689" y="3309643"/>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44346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AB69C3-DC30-1D46-D641-6D462EBD33EA}"/>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72F5BCDD-37A5-BCE0-D4A6-DFAFC325BB6D}"/>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11</a:t>
            </a:fld>
            <a:endParaRPr lang="en-US"/>
          </a:p>
        </p:txBody>
      </p:sp>
      <p:sp>
        <p:nvSpPr>
          <p:cNvPr id="4" name="Title 3">
            <a:extLst>
              <a:ext uri="{FF2B5EF4-FFF2-40B4-BE49-F238E27FC236}">
                <a16:creationId xmlns:a16="http://schemas.microsoft.com/office/drawing/2014/main" id="{FE42A111-E3A1-18A1-3C03-A75FF11B72A6}"/>
              </a:ext>
            </a:extLst>
          </p:cNvPr>
          <p:cNvSpPr>
            <a:spLocks noGrp="1"/>
          </p:cNvSpPr>
          <p:nvPr>
            <p:ph type="title"/>
          </p:nvPr>
        </p:nvSpPr>
        <p:spPr>
          <a:xfrm>
            <a:off x="460372" y="556953"/>
            <a:ext cx="11268077" cy="855922"/>
          </a:xfrm>
        </p:spPr>
        <p:txBody>
          <a:bodyPr/>
          <a:lstStyle/>
          <a:p>
            <a:r>
              <a:rPr lang="en-US" dirty="0"/>
              <a:t>Cropping images</a:t>
            </a:r>
          </a:p>
        </p:txBody>
      </p:sp>
      <p:sp>
        <p:nvSpPr>
          <p:cNvPr id="19" name="Text Placeholder 18">
            <a:extLst>
              <a:ext uri="{FF2B5EF4-FFF2-40B4-BE49-F238E27FC236}">
                <a16:creationId xmlns:a16="http://schemas.microsoft.com/office/drawing/2014/main" id="{956EB89B-4E0F-88F6-91C7-6CB1C28B5850}"/>
              </a:ext>
            </a:extLst>
          </p:cNvPr>
          <p:cNvSpPr>
            <a:spLocks noGrp="1"/>
          </p:cNvSpPr>
          <p:nvPr>
            <p:ph type="body" sz="quarter" idx="19"/>
          </p:nvPr>
        </p:nvSpPr>
        <p:spPr/>
        <p:txBody>
          <a:bodyPr/>
          <a:lstStyle/>
          <a:p>
            <a:r>
              <a:rPr lang="en-US" noProof="0" dirty="0"/>
              <a:t>Instructions</a:t>
            </a:r>
            <a:endParaRPr lang="en-US" dirty="0"/>
          </a:p>
        </p:txBody>
      </p:sp>
      <p:pic>
        <p:nvPicPr>
          <p:cNvPr id="6" name="Picture 5">
            <a:extLst>
              <a:ext uri="{FF2B5EF4-FFF2-40B4-BE49-F238E27FC236}">
                <a16:creationId xmlns:a16="http://schemas.microsoft.com/office/drawing/2014/main" id="{B92D079F-E940-46DB-D1BE-111870C1F08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29655" y="1687913"/>
            <a:ext cx="2397041" cy="2523869"/>
          </a:xfrm>
          <a:prstGeom prst="rect">
            <a:avLst/>
          </a:prstGeom>
          <a:solidFill>
            <a:schemeClr val="bg2"/>
          </a:solidFill>
          <a:ln>
            <a:noFill/>
          </a:ln>
        </p:spPr>
      </p:pic>
      <p:pic>
        <p:nvPicPr>
          <p:cNvPr id="7" name="Picture 6">
            <a:extLst>
              <a:ext uri="{FF2B5EF4-FFF2-40B4-BE49-F238E27FC236}">
                <a16:creationId xmlns:a16="http://schemas.microsoft.com/office/drawing/2014/main" id="{BD13CC59-3D4A-A0D8-FA05-AA352E48E75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4890" y="1530306"/>
            <a:ext cx="3769470" cy="2871375"/>
          </a:xfrm>
          <a:prstGeom prst="rect">
            <a:avLst/>
          </a:prstGeom>
          <a:solidFill>
            <a:schemeClr val="bg2"/>
          </a:solidFill>
          <a:ln>
            <a:noFill/>
          </a:ln>
        </p:spPr>
      </p:pic>
      <p:pic>
        <p:nvPicPr>
          <p:cNvPr id="8" name="Picture 7">
            <a:extLst>
              <a:ext uri="{FF2B5EF4-FFF2-40B4-BE49-F238E27FC236}">
                <a16:creationId xmlns:a16="http://schemas.microsoft.com/office/drawing/2014/main" id="{7A36D8B8-1F69-2662-829F-A879FF285FB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02550" y="1415975"/>
            <a:ext cx="1460652" cy="1611753"/>
          </a:xfrm>
          <a:prstGeom prst="rect">
            <a:avLst/>
          </a:prstGeom>
        </p:spPr>
      </p:pic>
      <p:pic>
        <p:nvPicPr>
          <p:cNvPr id="9" name="Picture 8">
            <a:extLst>
              <a:ext uri="{FF2B5EF4-FFF2-40B4-BE49-F238E27FC236}">
                <a16:creationId xmlns:a16="http://schemas.microsoft.com/office/drawing/2014/main" id="{54AAE6F8-D0F7-8A9C-F8F8-37A81E518FF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574458" y="1687913"/>
            <a:ext cx="4350186" cy="2523869"/>
          </a:xfrm>
          <a:prstGeom prst="rect">
            <a:avLst/>
          </a:prstGeom>
          <a:solidFill>
            <a:schemeClr val="bg2"/>
          </a:solidFill>
          <a:ln>
            <a:noFill/>
          </a:ln>
        </p:spPr>
      </p:pic>
      <p:sp>
        <p:nvSpPr>
          <p:cNvPr id="10" name="TextBox 9">
            <a:extLst>
              <a:ext uri="{FF2B5EF4-FFF2-40B4-BE49-F238E27FC236}">
                <a16:creationId xmlns:a16="http://schemas.microsoft.com/office/drawing/2014/main" id="{B9B14272-2BE3-5786-8CA5-9DE66EE2E0E9}"/>
              </a:ext>
            </a:extLst>
          </p:cNvPr>
          <p:cNvSpPr txBox="1"/>
          <p:nvPr/>
        </p:nvSpPr>
        <p:spPr>
          <a:xfrm>
            <a:off x="466725" y="4286630"/>
            <a:ext cx="3600450"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After inserting an image, under Picture Format tab, select “Fill” to fill the picture frame without distorting the image.</a:t>
            </a:r>
          </a:p>
        </p:txBody>
      </p:sp>
      <p:sp>
        <p:nvSpPr>
          <p:cNvPr id="11" name="TextBox 10">
            <a:extLst>
              <a:ext uri="{FF2B5EF4-FFF2-40B4-BE49-F238E27FC236}">
                <a16:creationId xmlns:a16="http://schemas.microsoft.com/office/drawing/2014/main" id="{DB24D9C6-FBEC-B006-0599-1F963212E9C1}"/>
              </a:ext>
            </a:extLst>
          </p:cNvPr>
          <p:cNvSpPr txBox="1"/>
          <p:nvPr/>
        </p:nvSpPr>
        <p:spPr>
          <a:xfrm>
            <a:off x="4648980" y="4286630"/>
            <a:ext cx="3856076"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While still under the crop tool, select one of the white square corners to scale the image larger (hold select to scale proportionately). </a:t>
            </a:r>
          </a:p>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DO NOT adjust the black crop frames. Imagery must remain in the square placeholder shapes</a:t>
            </a:r>
          </a:p>
        </p:txBody>
      </p:sp>
      <p:pic>
        <p:nvPicPr>
          <p:cNvPr id="12" name="Picture 11">
            <a:extLst>
              <a:ext uri="{FF2B5EF4-FFF2-40B4-BE49-F238E27FC236}">
                <a16:creationId xmlns:a16="http://schemas.microsoft.com/office/drawing/2014/main" id="{0A5F5523-B01E-B921-5487-E7A0D0B5941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703884" y="4103075"/>
            <a:ext cx="492112" cy="492112"/>
          </a:xfrm>
          <a:prstGeom prst="rect">
            <a:avLst/>
          </a:prstGeom>
        </p:spPr>
      </p:pic>
      <p:pic>
        <p:nvPicPr>
          <p:cNvPr id="13" name="Picture 12">
            <a:extLst>
              <a:ext uri="{FF2B5EF4-FFF2-40B4-BE49-F238E27FC236}">
                <a16:creationId xmlns:a16="http://schemas.microsoft.com/office/drawing/2014/main" id="{B38D2F7D-3432-2E96-F2D2-F1D0A9542AE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006838" y="2625967"/>
            <a:ext cx="492112" cy="492112"/>
          </a:xfrm>
          <a:prstGeom prst="rect">
            <a:avLst/>
          </a:prstGeom>
        </p:spPr>
      </p:pic>
      <p:pic>
        <p:nvPicPr>
          <p:cNvPr id="14" name="Picture 13">
            <a:extLst>
              <a:ext uri="{FF2B5EF4-FFF2-40B4-BE49-F238E27FC236}">
                <a16:creationId xmlns:a16="http://schemas.microsoft.com/office/drawing/2014/main" id="{DFAB2D57-497E-1276-AD37-99E2F23476E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448925" y="2861420"/>
            <a:ext cx="492112" cy="492112"/>
          </a:xfrm>
          <a:prstGeom prst="rect">
            <a:avLst/>
          </a:prstGeom>
        </p:spPr>
      </p:pic>
      <p:sp>
        <p:nvSpPr>
          <p:cNvPr id="15" name="TextBox 14">
            <a:extLst>
              <a:ext uri="{FF2B5EF4-FFF2-40B4-BE49-F238E27FC236}">
                <a16:creationId xmlns:a16="http://schemas.microsoft.com/office/drawing/2014/main" id="{94058A6D-DF91-86F9-5521-22C30DC3E1FF}"/>
              </a:ext>
            </a:extLst>
          </p:cNvPr>
          <p:cNvSpPr txBox="1"/>
          <p:nvPr/>
        </p:nvSpPr>
        <p:spPr>
          <a:xfrm>
            <a:off x="9327902" y="4286630"/>
            <a:ext cx="2404230"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By clicking in the center of image, you can move the image around inside the picture placeholder. Be sure the focal point of the photography is in frame. </a:t>
            </a:r>
          </a:p>
        </p:txBody>
      </p:sp>
    </p:spTree>
    <p:extLst>
      <p:ext uri="{BB962C8B-B14F-4D97-AF65-F5344CB8AC3E}">
        <p14:creationId xmlns:p14="http://schemas.microsoft.com/office/powerpoint/2010/main" val="4027216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DB0BC7-415D-057B-2467-A3E35AA6AC34}"/>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C5A0350B-6B00-D25D-1760-4A25FEAA282A}"/>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12</a:t>
            </a:fld>
            <a:endParaRPr lang="en-US"/>
          </a:p>
        </p:txBody>
      </p:sp>
      <p:sp>
        <p:nvSpPr>
          <p:cNvPr id="4" name="Title 3">
            <a:extLst>
              <a:ext uri="{FF2B5EF4-FFF2-40B4-BE49-F238E27FC236}">
                <a16:creationId xmlns:a16="http://schemas.microsoft.com/office/drawing/2014/main" id="{F7582164-ED8E-EB81-FE27-6509D6888A03}"/>
              </a:ext>
            </a:extLst>
          </p:cNvPr>
          <p:cNvSpPr>
            <a:spLocks noGrp="1"/>
          </p:cNvSpPr>
          <p:nvPr>
            <p:ph type="title"/>
          </p:nvPr>
        </p:nvSpPr>
        <p:spPr>
          <a:xfrm>
            <a:off x="460372" y="556953"/>
            <a:ext cx="11268077" cy="855922"/>
          </a:xfrm>
        </p:spPr>
        <p:txBody>
          <a:bodyPr/>
          <a:lstStyle/>
          <a:p>
            <a:r>
              <a:rPr lang="en-US" dirty="0"/>
              <a:t>Guide alignment</a:t>
            </a:r>
          </a:p>
        </p:txBody>
      </p:sp>
      <p:sp>
        <p:nvSpPr>
          <p:cNvPr id="12" name="Text Placeholder 11">
            <a:extLst>
              <a:ext uri="{FF2B5EF4-FFF2-40B4-BE49-F238E27FC236}">
                <a16:creationId xmlns:a16="http://schemas.microsoft.com/office/drawing/2014/main" id="{482CC5EA-0334-91E6-5EEC-1091E73D331F}"/>
              </a:ext>
            </a:extLst>
          </p:cNvPr>
          <p:cNvSpPr>
            <a:spLocks noGrp="1"/>
          </p:cNvSpPr>
          <p:nvPr>
            <p:ph type="body" sz="quarter" idx="19"/>
          </p:nvPr>
        </p:nvSpPr>
        <p:spPr/>
        <p:txBody>
          <a:bodyPr/>
          <a:lstStyle/>
          <a:p>
            <a:r>
              <a:rPr lang="en-US" noProof="0" dirty="0"/>
              <a:t>Instructions</a:t>
            </a:r>
            <a:endParaRPr lang="en-US" dirty="0"/>
          </a:p>
        </p:txBody>
      </p:sp>
      <p:pic>
        <p:nvPicPr>
          <p:cNvPr id="7" name="Picture 6" descr="A screenshot of a computer&#10;&#10;AI-generated content may be incorrect.">
            <a:extLst>
              <a:ext uri="{FF2B5EF4-FFF2-40B4-BE49-F238E27FC236}">
                <a16:creationId xmlns:a16="http://schemas.microsoft.com/office/drawing/2014/main" id="{1DE5ECFD-599E-959A-E749-EE654961F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2" y="1770062"/>
            <a:ext cx="5211223" cy="2962577"/>
          </a:xfrm>
          <a:prstGeom prst="rect">
            <a:avLst/>
          </a:prstGeom>
        </p:spPr>
      </p:pic>
      <p:sp>
        <p:nvSpPr>
          <p:cNvPr id="8" name="TextBox 7">
            <a:extLst>
              <a:ext uri="{FF2B5EF4-FFF2-40B4-BE49-F238E27FC236}">
                <a16:creationId xmlns:a16="http://schemas.microsoft.com/office/drawing/2014/main" id="{AE4CCB84-68A0-7211-C1D0-157C9B0BC314}"/>
              </a:ext>
            </a:extLst>
          </p:cNvPr>
          <p:cNvSpPr txBox="1"/>
          <p:nvPr/>
        </p:nvSpPr>
        <p:spPr>
          <a:xfrm>
            <a:off x="5981700" y="1770062"/>
            <a:ext cx="5746750" cy="4169187"/>
          </a:xfrm>
          <a:prstGeom prst="rect">
            <a:avLst/>
          </a:prstGeom>
          <a:noFill/>
        </p:spPr>
        <p:txBody>
          <a:bodyPr wrap="square" lIns="0" tIns="0" rIns="0" bIns="0" rtlCol="0">
            <a:noAutofit/>
          </a:bodyPr>
          <a:lstStyle/>
          <a:p>
            <a:pPr marL="9144" lvl="1" indent="0" algn="l">
              <a:buNone/>
            </a:pPr>
            <a:r>
              <a:rPr lang="en-US" sz="1800" b="1" dirty="0">
                <a:solidFill>
                  <a:schemeClr val="tx2"/>
                </a:solidFill>
              </a:rPr>
              <a:t>Using guides for content alignment</a:t>
            </a:r>
          </a:p>
          <a:p>
            <a:pPr algn="l">
              <a:spcAft>
                <a:spcPts val="1600"/>
              </a:spcAft>
            </a:pPr>
            <a:r>
              <a:rPr lang="en-US" dirty="0"/>
              <a:t>Guides are established for your use. When adding your own text boxes or imagery be sure to build to the guides and align your elements when building new slides or adjusting existing layouts. You can view guides in a PPT document by following the steps below:</a:t>
            </a:r>
          </a:p>
          <a:p>
            <a:pPr lvl="1"/>
            <a:r>
              <a:rPr lang="en-US" dirty="0"/>
              <a:t>At the top of the screen, go to the PowerPoint “View” tab. </a:t>
            </a:r>
          </a:p>
          <a:p>
            <a:pPr lvl="1"/>
            <a:r>
              <a:rPr lang="en-US" dirty="0"/>
              <a:t>Check the box for “Guides” to turn guides on </a:t>
            </a:r>
            <a:br>
              <a:rPr lang="en-US" dirty="0"/>
            </a:br>
            <a:r>
              <a:rPr lang="en-US" dirty="0"/>
              <a:t>and off. </a:t>
            </a:r>
          </a:p>
          <a:p>
            <a:pPr lvl="1"/>
            <a:r>
              <a:rPr lang="en-US" dirty="0"/>
              <a:t>Delete this Instructions page when content layout is complete.</a:t>
            </a:r>
          </a:p>
        </p:txBody>
      </p:sp>
    </p:spTree>
    <p:extLst>
      <p:ext uri="{BB962C8B-B14F-4D97-AF65-F5344CB8AC3E}">
        <p14:creationId xmlns:p14="http://schemas.microsoft.com/office/powerpoint/2010/main" val="3069865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A741B2C-349D-91F5-93D8-4AFFD52CEFF9}"/>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EE1745D3-6949-07F9-08DF-75FA516D5CC4}"/>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13</a:t>
            </a:fld>
            <a:endParaRPr lang="en-US"/>
          </a:p>
        </p:txBody>
      </p:sp>
      <p:sp>
        <p:nvSpPr>
          <p:cNvPr id="4" name="Title 3">
            <a:extLst>
              <a:ext uri="{FF2B5EF4-FFF2-40B4-BE49-F238E27FC236}">
                <a16:creationId xmlns:a16="http://schemas.microsoft.com/office/drawing/2014/main" id="{3F55B20C-0A5B-43A0-B394-F68A9D5322D7}"/>
              </a:ext>
            </a:extLst>
          </p:cNvPr>
          <p:cNvSpPr>
            <a:spLocks noGrp="1"/>
          </p:cNvSpPr>
          <p:nvPr>
            <p:ph type="title"/>
          </p:nvPr>
        </p:nvSpPr>
        <p:spPr>
          <a:xfrm>
            <a:off x="460372" y="556953"/>
            <a:ext cx="11268077" cy="855922"/>
          </a:xfrm>
        </p:spPr>
        <p:txBody>
          <a:bodyPr/>
          <a:lstStyle/>
          <a:p>
            <a:r>
              <a:rPr lang="en-US" dirty="0"/>
              <a:t>Conversion to the new template</a:t>
            </a:r>
          </a:p>
        </p:txBody>
      </p:sp>
      <p:sp>
        <p:nvSpPr>
          <p:cNvPr id="22" name="Text Placeholder 21">
            <a:extLst>
              <a:ext uri="{FF2B5EF4-FFF2-40B4-BE49-F238E27FC236}">
                <a16:creationId xmlns:a16="http://schemas.microsoft.com/office/drawing/2014/main" id="{B705A365-308C-A8DE-DB08-80CA00D3CC30}"/>
              </a:ext>
            </a:extLst>
          </p:cNvPr>
          <p:cNvSpPr>
            <a:spLocks noGrp="1"/>
          </p:cNvSpPr>
          <p:nvPr>
            <p:ph type="body" sz="quarter" idx="19"/>
          </p:nvPr>
        </p:nvSpPr>
        <p:spPr/>
        <p:txBody>
          <a:bodyPr/>
          <a:lstStyle/>
          <a:p>
            <a:r>
              <a:rPr lang="en-US" noProof="0" dirty="0"/>
              <a:t>Instructions</a:t>
            </a:r>
            <a:endParaRPr lang="en-US" dirty="0"/>
          </a:p>
        </p:txBody>
      </p:sp>
      <p:sp>
        <p:nvSpPr>
          <p:cNvPr id="6" name="TextBox 5">
            <a:extLst>
              <a:ext uri="{FF2B5EF4-FFF2-40B4-BE49-F238E27FC236}">
                <a16:creationId xmlns:a16="http://schemas.microsoft.com/office/drawing/2014/main" id="{C07CCD4E-641C-ABFA-1F0D-C770DC8769BD}"/>
              </a:ext>
            </a:extLst>
          </p:cNvPr>
          <p:cNvSpPr txBox="1"/>
          <p:nvPr/>
        </p:nvSpPr>
        <p:spPr>
          <a:xfrm>
            <a:off x="466724" y="5018929"/>
            <a:ext cx="5100635" cy="1102593"/>
          </a:xfrm>
          <a:prstGeom prst="rect">
            <a:avLst/>
          </a:prstGeom>
          <a:noFill/>
        </p:spPr>
        <p:txBody>
          <a:bodyPr wrap="square" lIns="0" tIns="0" rIns="0" bIns="0" rtlCol="0">
            <a:noAutofit/>
          </a:bodyPr>
          <a:lstStyle/>
          <a:p>
            <a:pPr marL="0" indent="-3657600" algn="l">
              <a:spcAft>
                <a:spcPts val="600"/>
              </a:spcAft>
            </a:pPr>
            <a:r>
              <a:rPr lang="en-US" sz="1200" b="0" i="0" dirty="0">
                <a:solidFill>
                  <a:schemeClr val="tx1"/>
                </a:solidFill>
                <a:latin typeface="+mn-lt"/>
                <a:ea typeface="Roboto" panose="02000000000000000000" pitchFamily="2" charset="0"/>
                <a:cs typeface="Segoe UI" panose="020B0502040204020203" pitchFamily="34" charset="0"/>
              </a:rPr>
              <a:t>All content needs to be transcribed into the new template. Simply applying the new template to previous designs won’t work as expected. </a:t>
            </a:r>
            <a:r>
              <a:rPr lang="en-US" sz="1200" b="1" i="0" dirty="0">
                <a:solidFill>
                  <a:schemeClr val="tx1"/>
                </a:solidFill>
                <a:latin typeface="+mn-lt"/>
                <a:ea typeface="Roboto" panose="02000000000000000000" pitchFamily="2" charset="0"/>
                <a:cs typeface="Segoe UI" panose="020B0502040204020203" pitchFamily="34" charset="0"/>
              </a:rPr>
              <a:t>DO NOT copy entire slides from a previous PPT and paste them into this template. </a:t>
            </a:r>
            <a:r>
              <a:rPr lang="en-US" sz="1200" b="0" i="0" dirty="0">
                <a:solidFill>
                  <a:schemeClr val="tx1"/>
                </a:solidFill>
                <a:latin typeface="+mn-lt"/>
                <a:ea typeface="Roboto" panose="02000000000000000000" pitchFamily="2" charset="0"/>
                <a:cs typeface="Segoe UI" panose="020B0502040204020203" pitchFamily="34" charset="0"/>
              </a:rPr>
              <a:t>To convert slides, select, copy, and paste the elements from one PPT presentation to the other. Select your text in the presentation.</a:t>
            </a:r>
          </a:p>
        </p:txBody>
      </p:sp>
      <p:sp>
        <p:nvSpPr>
          <p:cNvPr id="7" name="TextBox 6">
            <a:extLst>
              <a:ext uri="{FF2B5EF4-FFF2-40B4-BE49-F238E27FC236}">
                <a16:creationId xmlns:a16="http://schemas.microsoft.com/office/drawing/2014/main" id="{483EFF37-255C-066D-5C9E-9535E499126E}"/>
              </a:ext>
            </a:extLst>
          </p:cNvPr>
          <p:cNvSpPr txBox="1"/>
          <p:nvPr/>
        </p:nvSpPr>
        <p:spPr>
          <a:xfrm>
            <a:off x="5816491" y="5018929"/>
            <a:ext cx="2757089"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In the new template, paste the content into the desired text box, and click on the format tab.</a:t>
            </a:r>
          </a:p>
        </p:txBody>
      </p:sp>
      <p:sp>
        <p:nvSpPr>
          <p:cNvPr id="8" name="TextBox 7">
            <a:extLst>
              <a:ext uri="{FF2B5EF4-FFF2-40B4-BE49-F238E27FC236}">
                <a16:creationId xmlns:a16="http://schemas.microsoft.com/office/drawing/2014/main" id="{A6915232-B930-D067-A88D-A70BAC08128B}"/>
              </a:ext>
            </a:extLst>
          </p:cNvPr>
          <p:cNvSpPr txBox="1"/>
          <p:nvPr/>
        </p:nvSpPr>
        <p:spPr>
          <a:xfrm>
            <a:off x="8969595" y="5018929"/>
            <a:ext cx="2757089"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Select “Keep Text Only” to apply the preloaded fonts, colors and sizes of the new template.</a:t>
            </a:r>
          </a:p>
        </p:txBody>
      </p:sp>
      <p:pic>
        <p:nvPicPr>
          <p:cNvPr id="9" name="Picture 8">
            <a:extLst>
              <a:ext uri="{FF2B5EF4-FFF2-40B4-BE49-F238E27FC236}">
                <a16:creationId xmlns:a16="http://schemas.microsoft.com/office/drawing/2014/main" id="{79FD0BD2-37AD-7D51-E9D3-DD45BE90778C}"/>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8956608" y="1882761"/>
            <a:ext cx="2757089" cy="3042454"/>
          </a:xfrm>
          <a:prstGeom prst="rect">
            <a:avLst/>
          </a:prstGeom>
          <a:noFill/>
          <a:ln>
            <a:solidFill>
              <a:schemeClr val="accent2"/>
            </a:solidFill>
          </a:ln>
        </p:spPr>
      </p:pic>
      <p:pic>
        <p:nvPicPr>
          <p:cNvPr id="10" name="Picture 9">
            <a:extLst>
              <a:ext uri="{FF2B5EF4-FFF2-40B4-BE49-F238E27FC236}">
                <a16:creationId xmlns:a16="http://schemas.microsoft.com/office/drawing/2014/main" id="{EC0B3F7F-7294-1E74-74E2-ED13B6D506DF}"/>
              </a:ext>
            </a:extLst>
          </p:cNvPr>
          <p:cNvPicPr>
            <a:picLocks noChangeAspect="1"/>
          </p:cNvPicPr>
          <p:nvPr/>
        </p:nvPicPr>
        <p:blipFill>
          <a:blip r:embed="rId3" cstate="hqprint">
            <a:extLst>
              <a:ext uri="{28A0092B-C50C-407E-A947-70E740481C1C}">
                <a14:useLocalDpi xmlns:a14="http://schemas.microsoft.com/office/drawing/2010/main"/>
              </a:ext>
            </a:extLst>
          </a:blip>
          <a:srcRect l="389" t="9" r="9581" b="-3"/>
          <a:stretch/>
        </p:blipFill>
        <p:spPr>
          <a:xfrm>
            <a:off x="439223" y="1874329"/>
            <a:ext cx="4938157" cy="3050977"/>
          </a:xfrm>
          <a:prstGeom prst="rect">
            <a:avLst/>
          </a:prstGeom>
          <a:solidFill>
            <a:schemeClr val="accent4"/>
          </a:solidFill>
          <a:ln>
            <a:solidFill>
              <a:schemeClr val="accent2"/>
            </a:solidFill>
          </a:ln>
        </p:spPr>
      </p:pic>
      <p:pic>
        <p:nvPicPr>
          <p:cNvPr id="11" name="Picture 10">
            <a:extLst>
              <a:ext uri="{FF2B5EF4-FFF2-40B4-BE49-F238E27FC236}">
                <a16:creationId xmlns:a16="http://schemas.microsoft.com/office/drawing/2014/main" id="{63EF63FD-CF4F-101A-36A0-6CDFB987C44A}"/>
              </a:ext>
            </a:extLst>
          </p:cNvPr>
          <p:cNvPicPr>
            <a:picLocks noChangeAspect="1"/>
          </p:cNvPicPr>
          <p:nvPr/>
        </p:nvPicPr>
        <p:blipFill>
          <a:blip r:embed="rId4" cstate="hqprint">
            <a:extLst>
              <a:ext uri="{28A0092B-C50C-407E-A947-70E740481C1C}">
                <a14:useLocalDpi xmlns:a14="http://schemas.microsoft.com/office/drawing/2010/main"/>
              </a:ext>
            </a:extLst>
          </a:blip>
          <a:srcRect t="342" b="342"/>
          <a:stretch/>
        </p:blipFill>
        <p:spPr>
          <a:xfrm>
            <a:off x="5829360" y="1882761"/>
            <a:ext cx="2757089" cy="3042454"/>
          </a:xfrm>
          <a:prstGeom prst="rect">
            <a:avLst/>
          </a:prstGeom>
          <a:noFill/>
          <a:ln>
            <a:solidFill>
              <a:schemeClr val="accent2"/>
            </a:solidFill>
          </a:ln>
        </p:spPr>
      </p:pic>
      <p:sp>
        <p:nvSpPr>
          <p:cNvPr id="12" name="Oval 11">
            <a:extLst>
              <a:ext uri="{FF2B5EF4-FFF2-40B4-BE49-F238E27FC236}">
                <a16:creationId xmlns:a16="http://schemas.microsoft.com/office/drawing/2014/main" id="{E8C7FD78-1790-554A-F210-460FA22C72E4}"/>
              </a:ext>
            </a:extLst>
          </p:cNvPr>
          <p:cNvSpPr/>
          <p:nvPr/>
        </p:nvSpPr>
        <p:spPr bwMode="auto">
          <a:xfrm>
            <a:off x="5889014" y="3721421"/>
            <a:ext cx="508912" cy="498664"/>
          </a:xfrm>
          <a:prstGeom prst="ellipse">
            <a:avLst/>
          </a:prstGeom>
          <a:noFill/>
          <a:ln w="38100" cap="flat">
            <a:solidFill>
              <a:srgbClr val="C00000"/>
            </a:solidFill>
            <a:bevel/>
            <a:headEnd/>
            <a:tailEnd/>
          </a:ln>
          <a:effectLst/>
        </p:spPr>
        <p:txBody>
          <a:bodyPr wrap="none" rtlCol="0" anchor="ctr"/>
          <a:lstStyle/>
          <a:p>
            <a:pPr algn="ctr"/>
            <a:endParaRPr lang="en-US"/>
          </a:p>
        </p:txBody>
      </p:sp>
      <p:pic>
        <p:nvPicPr>
          <p:cNvPr id="13" name="Picture 12">
            <a:extLst>
              <a:ext uri="{FF2B5EF4-FFF2-40B4-BE49-F238E27FC236}">
                <a16:creationId xmlns:a16="http://schemas.microsoft.com/office/drawing/2014/main" id="{A77B4694-CF8B-6830-0F59-825DB35DA79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20926" y="4216525"/>
            <a:ext cx="544115" cy="544115"/>
          </a:xfrm>
          <a:prstGeom prst="rect">
            <a:avLst/>
          </a:prstGeom>
        </p:spPr>
      </p:pic>
      <p:pic>
        <p:nvPicPr>
          <p:cNvPr id="14" name="Picture 13">
            <a:extLst>
              <a:ext uri="{FF2B5EF4-FFF2-40B4-BE49-F238E27FC236}">
                <a16:creationId xmlns:a16="http://schemas.microsoft.com/office/drawing/2014/main" id="{BA4DE9FA-5CF2-B7EA-4EF4-5DE4F48EEE2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641397" y="4216525"/>
            <a:ext cx="492112" cy="492112"/>
          </a:xfrm>
          <a:prstGeom prst="rect">
            <a:avLst/>
          </a:prstGeom>
        </p:spPr>
      </p:pic>
      <p:sp>
        <p:nvSpPr>
          <p:cNvPr id="23" name="TextBox 22">
            <a:extLst>
              <a:ext uri="{FF2B5EF4-FFF2-40B4-BE49-F238E27FC236}">
                <a16:creationId xmlns:a16="http://schemas.microsoft.com/office/drawing/2014/main" id="{E8405E07-D1F2-4525-0F43-59CFF9C8C61A}"/>
              </a:ext>
            </a:extLst>
          </p:cNvPr>
          <p:cNvSpPr txBox="1"/>
          <p:nvPr/>
        </p:nvSpPr>
        <p:spPr>
          <a:xfrm>
            <a:off x="469744" y="957389"/>
            <a:ext cx="11268074" cy="776348"/>
          </a:xfrm>
          <a:prstGeom prst="rect">
            <a:avLst/>
          </a:prstGeom>
          <a:solidFill>
            <a:schemeClr val="bg1"/>
          </a:solidFill>
          <a:ln w="28575">
            <a:solidFill>
              <a:schemeClr val="accent1"/>
            </a:solidFill>
          </a:ln>
        </p:spPr>
        <p:txBody>
          <a:bodyPr wrap="square" lIns="144000" tIns="72000" rIns="144000" bIns="72000" rtlCol="0">
            <a:spAutoFit/>
          </a:bodyPr>
          <a:lstStyle/>
          <a:p>
            <a:r>
              <a:rPr lang="en-US" sz="1200" b="1" dirty="0">
                <a:solidFill>
                  <a:schemeClr val="tx2"/>
                </a:solidFill>
              </a:rPr>
              <a:t>We recommend following these same steps for slides </a:t>
            </a:r>
            <a:r>
              <a:rPr lang="en-US" sz="1200" b="1" dirty="0" err="1">
                <a:solidFill>
                  <a:schemeClr val="tx2"/>
                </a:solidFill>
              </a:rPr>
              <a:t>coverted</a:t>
            </a:r>
            <a:r>
              <a:rPr lang="en-US" sz="1200" b="1" dirty="0">
                <a:solidFill>
                  <a:schemeClr val="tx2"/>
                </a:solidFill>
              </a:rPr>
              <a:t> from the November 2024 template to this March 2025 template</a:t>
            </a:r>
          </a:p>
          <a:p>
            <a:r>
              <a:rPr lang="en-US" sz="1200" b="1" u="sng" dirty="0"/>
              <a:t>OR Skip these steps!</a:t>
            </a:r>
            <a:r>
              <a:rPr lang="en-US" sz="1200" b="1" dirty="0"/>
              <a:t> </a:t>
            </a:r>
            <a:r>
              <a:rPr lang="en-US" sz="1200" b="1" dirty="0" err="1">
                <a:solidFill>
                  <a:schemeClr val="tx1"/>
                </a:solidFill>
              </a:rPr>
              <a:t>FlipMySlides</a:t>
            </a:r>
            <a:r>
              <a:rPr lang="en-US" sz="1200" b="1" dirty="0">
                <a:solidFill>
                  <a:schemeClr val="tx1"/>
                </a:solidFill>
              </a:rPr>
              <a:t> is still available to covert your decks to the new template:</a:t>
            </a:r>
            <a:r>
              <a:rPr lang="en-US" sz="1200" b="1" u="sng" dirty="0">
                <a:solidFill>
                  <a:schemeClr val="tx1"/>
                </a:solidFill>
              </a:rPr>
              <a:t> </a:t>
            </a:r>
            <a:r>
              <a:rPr lang="en-US" sz="1200" b="1" dirty="0">
                <a:solidFill>
                  <a:schemeClr val="tx1"/>
                </a:solidFill>
              </a:rPr>
              <a:t>https://westmonroepartners1.sharepoint.com/</a:t>
            </a:r>
            <a:r>
              <a:rPr lang="en-US" sz="1200" b="1" dirty="0" err="1">
                <a:solidFill>
                  <a:schemeClr val="tx1"/>
                </a:solidFill>
              </a:rPr>
              <a:t>SitePages</a:t>
            </a:r>
            <a:r>
              <a:rPr lang="en-US" sz="1200" b="1" dirty="0">
                <a:solidFill>
                  <a:schemeClr val="tx1"/>
                </a:solidFill>
              </a:rPr>
              <a:t>/Tools-to-Help-You-with-the-</a:t>
            </a:r>
            <a:r>
              <a:rPr lang="en-US" sz="1200" b="1" dirty="0" err="1">
                <a:solidFill>
                  <a:schemeClr val="tx1"/>
                </a:solidFill>
              </a:rPr>
              <a:t>Rebrand.aspx</a:t>
            </a:r>
            <a:endParaRPr lang="en-US" sz="1200" b="1" dirty="0">
              <a:solidFill>
                <a:schemeClr val="tx1"/>
              </a:solidFill>
            </a:endParaRPr>
          </a:p>
        </p:txBody>
      </p:sp>
    </p:spTree>
    <p:extLst>
      <p:ext uri="{BB962C8B-B14F-4D97-AF65-F5344CB8AC3E}">
        <p14:creationId xmlns:p14="http://schemas.microsoft.com/office/powerpoint/2010/main" val="543625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9CA6-A0DD-7E0D-95A5-A275179F48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0FD735-03F0-5BB1-A9A7-BC3CDBF44F20}"/>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3095432B-15E1-5F45-FEA1-F47DFB4DC723}"/>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14</a:t>
            </a:fld>
            <a:endParaRPr lang="en-US"/>
          </a:p>
        </p:txBody>
      </p:sp>
      <p:sp>
        <p:nvSpPr>
          <p:cNvPr id="4" name="Title 3">
            <a:extLst>
              <a:ext uri="{FF2B5EF4-FFF2-40B4-BE49-F238E27FC236}">
                <a16:creationId xmlns:a16="http://schemas.microsoft.com/office/drawing/2014/main" id="{C6E13F2A-0D7E-7C24-A9D0-21A75C4B05D1}"/>
              </a:ext>
            </a:extLst>
          </p:cNvPr>
          <p:cNvSpPr>
            <a:spLocks noGrp="1"/>
          </p:cNvSpPr>
          <p:nvPr>
            <p:ph type="title"/>
          </p:nvPr>
        </p:nvSpPr>
        <p:spPr>
          <a:xfrm>
            <a:off x="460372" y="556953"/>
            <a:ext cx="11268077" cy="855922"/>
          </a:xfrm>
        </p:spPr>
        <p:txBody>
          <a:bodyPr/>
          <a:lstStyle/>
          <a:p>
            <a:r>
              <a:rPr lang="en-US" dirty="0"/>
              <a:t>Conversion to the new template continued</a:t>
            </a:r>
          </a:p>
        </p:txBody>
      </p:sp>
      <p:sp>
        <p:nvSpPr>
          <p:cNvPr id="22" name="Text Placeholder 21">
            <a:extLst>
              <a:ext uri="{FF2B5EF4-FFF2-40B4-BE49-F238E27FC236}">
                <a16:creationId xmlns:a16="http://schemas.microsoft.com/office/drawing/2014/main" id="{E414F908-15F1-2880-8735-0A8E0335D002}"/>
              </a:ext>
            </a:extLst>
          </p:cNvPr>
          <p:cNvSpPr>
            <a:spLocks noGrp="1"/>
          </p:cNvSpPr>
          <p:nvPr>
            <p:ph type="body" sz="quarter" idx="19"/>
          </p:nvPr>
        </p:nvSpPr>
        <p:spPr/>
        <p:txBody>
          <a:bodyPr/>
          <a:lstStyle/>
          <a:p>
            <a:r>
              <a:rPr lang="en-US" noProof="0" dirty="0"/>
              <a:t>Instructions</a:t>
            </a:r>
            <a:endParaRPr lang="en-US" dirty="0"/>
          </a:p>
        </p:txBody>
      </p:sp>
      <p:sp>
        <p:nvSpPr>
          <p:cNvPr id="23" name="TextBox 22">
            <a:extLst>
              <a:ext uri="{FF2B5EF4-FFF2-40B4-BE49-F238E27FC236}">
                <a16:creationId xmlns:a16="http://schemas.microsoft.com/office/drawing/2014/main" id="{922D67D8-34A4-0706-DD07-D8E0DF95878C}"/>
              </a:ext>
            </a:extLst>
          </p:cNvPr>
          <p:cNvSpPr txBox="1"/>
          <p:nvPr/>
        </p:nvSpPr>
        <p:spPr>
          <a:xfrm>
            <a:off x="469744" y="1044662"/>
            <a:ext cx="11268074" cy="776348"/>
          </a:xfrm>
          <a:prstGeom prst="rect">
            <a:avLst/>
          </a:prstGeom>
          <a:solidFill>
            <a:schemeClr val="bg1"/>
          </a:solidFill>
          <a:ln w="28575">
            <a:solidFill>
              <a:schemeClr val="accent1"/>
            </a:solidFill>
          </a:ln>
        </p:spPr>
        <p:txBody>
          <a:bodyPr wrap="square" lIns="144000" tIns="72000" rIns="144000" bIns="72000" rtlCol="0">
            <a:spAutoFit/>
          </a:bodyPr>
          <a:lstStyle/>
          <a:p>
            <a:r>
              <a:rPr lang="en-US" sz="1200" b="1" dirty="0">
                <a:solidFill>
                  <a:schemeClr val="tx2"/>
                </a:solidFill>
              </a:rPr>
              <a:t>We recommend following these same steps for slides </a:t>
            </a:r>
            <a:r>
              <a:rPr lang="en-US" sz="1200" b="1" dirty="0" err="1">
                <a:solidFill>
                  <a:schemeClr val="tx2"/>
                </a:solidFill>
              </a:rPr>
              <a:t>coverted</a:t>
            </a:r>
            <a:r>
              <a:rPr lang="en-US" sz="1200" b="1" dirty="0">
                <a:solidFill>
                  <a:schemeClr val="tx2"/>
                </a:solidFill>
              </a:rPr>
              <a:t> from the November 2024 template to this March 2025 template</a:t>
            </a:r>
          </a:p>
          <a:p>
            <a:r>
              <a:rPr lang="en-US" sz="1200" b="1" u="sng" dirty="0"/>
              <a:t>OR Skip these steps!</a:t>
            </a:r>
            <a:r>
              <a:rPr lang="en-US" sz="1200" b="1" dirty="0"/>
              <a:t> </a:t>
            </a:r>
            <a:r>
              <a:rPr lang="en-US" sz="1200" b="1" dirty="0" err="1">
                <a:solidFill>
                  <a:schemeClr val="tx1"/>
                </a:solidFill>
              </a:rPr>
              <a:t>FlipMySlides</a:t>
            </a:r>
            <a:r>
              <a:rPr lang="en-US" sz="1200" b="1" dirty="0">
                <a:solidFill>
                  <a:schemeClr val="tx1"/>
                </a:solidFill>
              </a:rPr>
              <a:t> is still available to covert your decks to the new template:</a:t>
            </a:r>
            <a:r>
              <a:rPr lang="en-US" sz="1200" b="1" u="sng" dirty="0">
                <a:solidFill>
                  <a:schemeClr val="tx1"/>
                </a:solidFill>
              </a:rPr>
              <a:t> </a:t>
            </a:r>
            <a:r>
              <a:rPr lang="en-US" sz="1200" b="1" dirty="0">
                <a:solidFill>
                  <a:schemeClr val="tx1"/>
                </a:solidFill>
              </a:rPr>
              <a:t>https://westmonroepartners1.sharepoint.com/</a:t>
            </a:r>
            <a:r>
              <a:rPr lang="en-US" sz="1200" b="1" dirty="0" err="1">
                <a:solidFill>
                  <a:schemeClr val="tx1"/>
                </a:solidFill>
              </a:rPr>
              <a:t>SitePages</a:t>
            </a:r>
            <a:r>
              <a:rPr lang="en-US" sz="1200" b="1" dirty="0">
                <a:solidFill>
                  <a:schemeClr val="tx1"/>
                </a:solidFill>
              </a:rPr>
              <a:t>/Tools-to-Help-You-with-the-</a:t>
            </a:r>
            <a:r>
              <a:rPr lang="en-US" sz="1200" b="1" dirty="0" err="1">
                <a:solidFill>
                  <a:schemeClr val="tx1"/>
                </a:solidFill>
              </a:rPr>
              <a:t>Rebrand.aspx</a:t>
            </a:r>
            <a:endParaRPr lang="en-US" sz="1200" b="1" dirty="0">
              <a:solidFill>
                <a:schemeClr val="tx1"/>
              </a:solidFill>
            </a:endParaRPr>
          </a:p>
        </p:txBody>
      </p:sp>
      <p:sp>
        <p:nvSpPr>
          <p:cNvPr id="5" name="TextBox 4">
            <a:extLst>
              <a:ext uri="{FF2B5EF4-FFF2-40B4-BE49-F238E27FC236}">
                <a16:creationId xmlns:a16="http://schemas.microsoft.com/office/drawing/2014/main" id="{083A4902-0B98-CCC0-347A-D670B620DF20}"/>
              </a:ext>
            </a:extLst>
          </p:cNvPr>
          <p:cNvSpPr txBox="1"/>
          <p:nvPr/>
        </p:nvSpPr>
        <p:spPr>
          <a:xfrm>
            <a:off x="466724" y="5258741"/>
            <a:ext cx="5514975"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Apply the same steps to copy and paste any headlines, text, body copy, callouts, etc. from the previous presentations into the new template.</a:t>
            </a:r>
          </a:p>
        </p:txBody>
      </p:sp>
      <p:sp>
        <p:nvSpPr>
          <p:cNvPr id="15" name="TextBox 14">
            <a:extLst>
              <a:ext uri="{FF2B5EF4-FFF2-40B4-BE49-F238E27FC236}">
                <a16:creationId xmlns:a16="http://schemas.microsoft.com/office/drawing/2014/main" id="{22887ABB-AB52-3F17-EC65-96BEBF7DF8C5}"/>
              </a:ext>
            </a:extLst>
          </p:cNvPr>
          <p:cNvSpPr txBox="1"/>
          <p:nvPr/>
        </p:nvSpPr>
        <p:spPr>
          <a:xfrm>
            <a:off x="6215883" y="5258741"/>
            <a:ext cx="5514975" cy="672661"/>
          </a:xfrm>
          <a:prstGeom prst="rect">
            <a:avLst/>
          </a:prstGeom>
          <a:noFill/>
        </p:spPr>
        <p:txBody>
          <a:bodyPr wrap="square" lIns="0" tIns="0" rIns="0" bIns="0" rtlCol="0">
            <a:noAutofit/>
          </a:bodyPr>
          <a:lstStyle/>
          <a:p>
            <a:pPr marL="0" indent="-3657600" algn="l">
              <a:spcAft>
                <a:spcPts val="600"/>
              </a:spcAft>
            </a:pPr>
            <a:r>
              <a:rPr lang="en-US" sz="1200" b="0" i="0" dirty="0">
                <a:solidFill>
                  <a:schemeClr val="tx1"/>
                </a:solidFill>
                <a:latin typeface="+mn-lt"/>
                <a:ea typeface="Roboto" panose="02000000000000000000" pitchFamily="2" charset="0"/>
                <a:cs typeface="Segoe UI" panose="020B0502040204020203" pitchFamily="34" charset="0"/>
              </a:rPr>
              <a:t>Once all content is copied over, the preloaded indent styles can be applied to the paragraphs as needed (Subheads, bullets, etc.)</a:t>
            </a:r>
          </a:p>
          <a:p>
            <a:pPr marL="0" indent="-3657600" algn="l">
              <a:spcAft>
                <a:spcPts val="600"/>
              </a:spcAft>
            </a:pPr>
            <a:r>
              <a:rPr lang="en-US" sz="1200" b="0" i="0" dirty="0">
                <a:solidFill>
                  <a:schemeClr val="tx1"/>
                </a:solidFill>
                <a:latin typeface="+mn-lt"/>
                <a:ea typeface="Roboto" panose="02000000000000000000" pitchFamily="2" charset="0"/>
                <a:cs typeface="Segoe UI" panose="020B0502040204020203" pitchFamily="34" charset="0"/>
              </a:rPr>
              <a:t>Charts will populate with incorrect colors. Please update them using the following chart conversion instructions.</a:t>
            </a:r>
          </a:p>
        </p:txBody>
      </p:sp>
      <p:pic>
        <p:nvPicPr>
          <p:cNvPr id="16" name="Picture 15">
            <a:extLst>
              <a:ext uri="{FF2B5EF4-FFF2-40B4-BE49-F238E27FC236}">
                <a16:creationId xmlns:a16="http://schemas.microsoft.com/office/drawing/2014/main" id="{7A7C3DE1-9C73-D8E0-BA62-5D3D8FDAC0E6}"/>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475454" y="2009749"/>
            <a:ext cx="5514975" cy="3099796"/>
          </a:xfrm>
          <a:prstGeom prst="rect">
            <a:avLst/>
          </a:prstGeom>
          <a:solidFill>
            <a:schemeClr val="bg2"/>
          </a:solidFill>
          <a:ln>
            <a:solidFill>
              <a:schemeClr val="accent2"/>
            </a:solidFill>
          </a:ln>
        </p:spPr>
      </p:pic>
      <p:pic>
        <p:nvPicPr>
          <p:cNvPr id="17" name="Picture 16">
            <a:extLst>
              <a:ext uri="{FF2B5EF4-FFF2-40B4-BE49-F238E27FC236}">
                <a16:creationId xmlns:a16="http://schemas.microsoft.com/office/drawing/2014/main" id="{C86776A2-70E7-A2D8-2E41-4A6C9C890F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24211" y="2964251"/>
            <a:ext cx="594042" cy="594042"/>
          </a:xfrm>
          <a:prstGeom prst="rect">
            <a:avLst/>
          </a:prstGeom>
        </p:spPr>
      </p:pic>
      <p:pic>
        <p:nvPicPr>
          <p:cNvPr id="18" name="Picture 17">
            <a:extLst>
              <a:ext uri="{FF2B5EF4-FFF2-40B4-BE49-F238E27FC236}">
                <a16:creationId xmlns:a16="http://schemas.microsoft.com/office/drawing/2014/main" id="{4426A032-39E1-AC5E-B211-7E22DDE45163}"/>
              </a:ext>
            </a:extLst>
          </p:cNvPr>
          <p:cNvPicPr>
            <a:picLocks noChangeAspect="1"/>
          </p:cNvPicPr>
          <p:nvPr/>
        </p:nvPicPr>
        <p:blipFill>
          <a:blip r:embed="rId4">
            <a:extLst>
              <a:ext uri="{28A0092B-C50C-407E-A947-70E740481C1C}">
                <a14:useLocalDpi xmlns:a14="http://schemas.microsoft.com/office/drawing/2010/main"/>
              </a:ext>
            </a:extLst>
          </a:blip>
          <a:srcRect/>
          <a:stretch/>
        </p:blipFill>
        <p:spPr>
          <a:xfrm>
            <a:off x="6205763" y="2009276"/>
            <a:ext cx="5511842" cy="3098035"/>
          </a:xfrm>
          <a:prstGeom prst="rect">
            <a:avLst/>
          </a:prstGeom>
          <a:solidFill>
            <a:schemeClr val="bg2"/>
          </a:solidFill>
          <a:ln>
            <a:solidFill>
              <a:schemeClr val="accent2"/>
            </a:solidFill>
          </a:ln>
        </p:spPr>
      </p:pic>
    </p:spTree>
    <p:extLst>
      <p:ext uri="{BB962C8B-B14F-4D97-AF65-F5344CB8AC3E}">
        <p14:creationId xmlns:p14="http://schemas.microsoft.com/office/powerpoint/2010/main" val="70780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CA0E4-853D-D787-F155-48212B1BD34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2E06D4-B7A9-F1BF-031B-5B3E2EE2F180}"/>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567BCFEF-1E0F-F353-6850-E416FB7D6E8E}"/>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15</a:t>
            </a:fld>
            <a:endParaRPr lang="en-US"/>
          </a:p>
        </p:txBody>
      </p:sp>
      <p:sp>
        <p:nvSpPr>
          <p:cNvPr id="4" name="Title 3">
            <a:extLst>
              <a:ext uri="{FF2B5EF4-FFF2-40B4-BE49-F238E27FC236}">
                <a16:creationId xmlns:a16="http://schemas.microsoft.com/office/drawing/2014/main" id="{510CF74B-AF0F-5EC7-F547-951967E93790}"/>
              </a:ext>
            </a:extLst>
          </p:cNvPr>
          <p:cNvSpPr>
            <a:spLocks noGrp="1"/>
          </p:cNvSpPr>
          <p:nvPr>
            <p:ph type="title"/>
          </p:nvPr>
        </p:nvSpPr>
        <p:spPr>
          <a:xfrm>
            <a:off x="460372" y="556953"/>
            <a:ext cx="11268077" cy="855922"/>
          </a:xfrm>
        </p:spPr>
        <p:txBody>
          <a:bodyPr/>
          <a:lstStyle/>
          <a:p>
            <a:r>
              <a:rPr lang="en-US" dirty="0"/>
              <a:t>Conversion misuse</a:t>
            </a:r>
          </a:p>
        </p:txBody>
      </p:sp>
      <p:sp>
        <p:nvSpPr>
          <p:cNvPr id="22" name="Text Placeholder 21">
            <a:extLst>
              <a:ext uri="{FF2B5EF4-FFF2-40B4-BE49-F238E27FC236}">
                <a16:creationId xmlns:a16="http://schemas.microsoft.com/office/drawing/2014/main" id="{36973D80-63FE-A561-B522-7A77A0031E8E}"/>
              </a:ext>
            </a:extLst>
          </p:cNvPr>
          <p:cNvSpPr>
            <a:spLocks noGrp="1"/>
          </p:cNvSpPr>
          <p:nvPr>
            <p:ph type="body" sz="quarter" idx="19"/>
          </p:nvPr>
        </p:nvSpPr>
        <p:spPr/>
        <p:txBody>
          <a:bodyPr/>
          <a:lstStyle/>
          <a:p>
            <a:r>
              <a:rPr lang="en-US" noProof="0" dirty="0"/>
              <a:t>Instructions</a:t>
            </a:r>
            <a:endParaRPr lang="en-US" dirty="0"/>
          </a:p>
        </p:txBody>
      </p:sp>
      <p:sp>
        <p:nvSpPr>
          <p:cNvPr id="6" name="TextBox 5">
            <a:extLst>
              <a:ext uri="{FF2B5EF4-FFF2-40B4-BE49-F238E27FC236}">
                <a16:creationId xmlns:a16="http://schemas.microsoft.com/office/drawing/2014/main" id="{8AEFD1AE-42B5-E779-2CBA-C5F92FB12392}"/>
              </a:ext>
            </a:extLst>
          </p:cNvPr>
          <p:cNvSpPr txBox="1"/>
          <p:nvPr/>
        </p:nvSpPr>
        <p:spPr>
          <a:xfrm>
            <a:off x="466724" y="5484938"/>
            <a:ext cx="5514975"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When converting old presentations, DO NOT copy entire slides from </a:t>
            </a:r>
            <a:br>
              <a:rPr lang="en-US" sz="1200" b="0" i="0">
                <a:solidFill>
                  <a:schemeClr val="tx1"/>
                </a:solidFill>
                <a:latin typeface="+mn-lt"/>
                <a:ea typeface="Roboto" panose="02000000000000000000" pitchFamily="2" charset="0"/>
                <a:cs typeface="Segoe UI" panose="020B0502040204020203" pitchFamily="34" charset="0"/>
              </a:rPr>
            </a:br>
            <a:r>
              <a:rPr lang="en-US" sz="1200" b="0" i="0">
                <a:solidFill>
                  <a:schemeClr val="tx1"/>
                </a:solidFill>
                <a:latin typeface="+mn-lt"/>
                <a:ea typeface="Roboto" panose="02000000000000000000" pitchFamily="2" charset="0"/>
                <a:cs typeface="Segoe UI" panose="020B0502040204020203" pitchFamily="34" charset="0"/>
              </a:rPr>
              <a:t>a previous PPT and paste them into this template.</a:t>
            </a:r>
          </a:p>
        </p:txBody>
      </p:sp>
      <p:sp>
        <p:nvSpPr>
          <p:cNvPr id="7" name="TextBox 6">
            <a:extLst>
              <a:ext uri="{FF2B5EF4-FFF2-40B4-BE49-F238E27FC236}">
                <a16:creationId xmlns:a16="http://schemas.microsoft.com/office/drawing/2014/main" id="{09885741-771A-BA01-89E4-0CD643A3E2EA}"/>
              </a:ext>
            </a:extLst>
          </p:cNvPr>
          <p:cNvSpPr txBox="1"/>
          <p:nvPr/>
        </p:nvSpPr>
        <p:spPr>
          <a:xfrm>
            <a:off x="6215883" y="5484938"/>
            <a:ext cx="5514975"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PowerPoint cannot translate the data correctly and will assign incorrect colors and random fonts to your content. It will also import incorrect master slides from the previous presentation (shown above). </a:t>
            </a:r>
          </a:p>
        </p:txBody>
      </p:sp>
      <p:pic>
        <p:nvPicPr>
          <p:cNvPr id="8" name="Picture 7">
            <a:extLst>
              <a:ext uri="{FF2B5EF4-FFF2-40B4-BE49-F238E27FC236}">
                <a16:creationId xmlns:a16="http://schemas.microsoft.com/office/drawing/2014/main" id="{5EB85D24-F21C-BF43-BFE1-ECEB1E1BA9A4}"/>
              </a:ext>
            </a:extLst>
          </p:cNvPr>
          <p:cNvPicPr>
            <a:picLocks noChangeAspect="1"/>
          </p:cNvPicPr>
          <p:nvPr/>
        </p:nvPicPr>
        <p:blipFill>
          <a:blip r:embed="rId2" cstate="hqprint">
            <a:extLst>
              <a:ext uri="{28A0092B-C50C-407E-A947-70E740481C1C}">
                <a14:useLocalDpi xmlns:a14="http://schemas.microsoft.com/office/drawing/2010/main"/>
              </a:ext>
            </a:extLst>
          </a:blip>
          <a:srcRect l="104" r="9962"/>
          <a:stretch/>
        </p:blipFill>
        <p:spPr>
          <a:xfrm>
            <a:off x="466726" y="1908044"/>
            <a:ext cx="5483946" cy="3426148"/>
          </a:xfrm>
          <a:prstGeom prst="rect">
            <a:avLst/>
          </a:prstGeom>
          <a:solidFill>
            <a:schemeClr val="accent4"/>
          </a:solidFill>
          <a:ln>
            <a:solidFill>
              <a:schemeClr val="accent2"/>
            </a:solidFill>
          </a:ln>
        </p:spPr>
      </p:pic>
      <p:grpSp>
        <p:nvGrpSpPr>
          <p:cNvPr id="9" name="Group 8">
            <a:extLst>
              <a:ext uri="{FF2B5EF4-FFF2-40B4-BE49-F238E27FC236}">
                <a16:creationId xmlns:a16="http://schemas.microsoft.com/office/drawing/2014/main" id="{0619C0BB-7E50-FFFF-2479-46A3A247FD59}"/>
              </a:ext>
            </a:extLst>
          </p:cNvPr>
          <p:cNvGrpSpPr/>
          <p:nvPr/>
        </p:nvGrpSpPr>
        <p:grpSpPr>
          <a:xfrm>
            <a:off x="6096000" y="1900324"/>
            <a:ext cx="5623431" cy="3433868"/>
            <a:chOff x="6141890" y="1585491"/>
            <a:chExt cx="5097091" cy="3112467"/>
          </a:xfrm>
        </p:grpSpPr>
        <p:pic>
          <p:nvPicPr>
            <p:cNvPr id="10" name="Picture 9">
              <a:extLst>
                <a:ext uri="{FF2B5EF4-FFF2-40B4-BE49-F238E27FC236}">
                  <a16:creationId xmlns:a16="http://schemas.microsoft.com/office/drawing/2014/main" id="{297CFBC0-E7E0-1000-48A0-32589B62B127}"/>
                </a:ext>
              </a:extLst>
            </p:cNvPr>
            <p:cNvPicPr>
              <a:picLocks noChangeAspect="1"/>
            </p:cNvPicPr>
            <p:nvPr userDrawn="1"/>
          </p:nvPicPr>
          <p:blipFill>
            <a:blip r:embed="rId3">
              <a:extLst>
                <a:ext uri="{28A0092B-C50C-407E-A947-70E740481C1C}">
                  <a14:useLocalDpi xmlns:a14="http://schemas.microsoft.com/office/drawing/2010/main"/>
                </a:ext>
              </a:extLst>
            </a:blip>
            <a:srcRect/>
            <a:stretch/>
          </p:blipFill>
          <p:spPr>
            <a:xfrm>
              <a:off x="6259038" y="1585491"/>
              <a:ext cx="4979943" cy="3112467"/>
            </a:xfrm>
            <a:prstGeom prst="rect">
              <a:avLst/>
            </a:prstGeom>
            <a:solidFill>
              <a:schemeClr val="bg2"/>
            </a:solidFill>
            <a:ln>
              <a:solidFill>
                <a:schemeClr val="accent2"/>
              </a:solidFill>
            </a:ln>
          </p:spPr>
        </p:pic>
        <p:sp>
          <p:nvSpPr>
            <p:cNvPr id="11" name="Oval 10">
              <a:extLst>
                <a:ext uri="{FF2B5EF4-FFF2-40B4-BE49-F238E27FC236}">
                  <a16:creationId xmlns:a16="http://schemas.microsoft.com/office/drawing/2014/main" id="{4790E58F-78CD-9655-4855-69232ABA4921}"/>
                </a:ext>
              </a:extLst>
            </p:cNvPr>
            <p:cNvSpPr/>
            <p:nvPr userDrawn="1"/>
          </p:nvSpPr>
          <p:spPr bwMode="auto">
            <a:xfrm>
              <a:off x="6141890" y="1938848"/>
              <a:ext cx="732475" cy="546306"/>
            </a:xfrm>
            <a:prstGeom prst="ellipse">
              <a:avLst/>
            </a:prstGeom>
            <a:noFill/>
            <a:ln w="38100" cap="flat">
              <a:solidFill>
                <a:srgbClr val="C00000"/>
              </a:solidFill>
              <a:bevel/>
              <a:headEnd/>
              <a:tailEnd/>
            </a:ln>
            <a:effectLst/>
          </p:spPr>
          <p:txBody>
            <a:bodyPr wrap="none" rtlCol="0" anchor="ctr"/>
            <a:lstStyle/>
            <a:p>
              <a:pPr algn="ctr"/>
              <a:endParaRPr lang="en-US"/>
            </a:p>
          </p:txBody>
        </p:sp>
      </p:grpSp>
      <p:sp>
        <p:nvSpPr>
          <p:cNvPr id="12" name="Oval 11">
            <a:extLst>
              <a:ext uri="{FF2B5EF4-FFF2-40B4-BE49-F238E27FC236}">
                <a16:creationId xmlns:a16="http://schemas.microsoft.com/office/drawing/2014/main" id="{8CD96173-B140-244F-D647-1A8ACE5BBA53}"/>
              </a:ext>
            </a:extLst>
          </p:cNvPr>
          <p:cNvSpPr/>
          <p:nvPr/>
        </p:nvSpPr>
        <p:spPr bwMode="auto">
          <a:xfrm>
            <a:off x="510070" y="2443676"/>
            <a:ext cx="1060313" cy="854765"/>
          </a:xfrm>
          <a:prstGeom prst="ellipse">
            <a:avLst/>
          </a:prstGeom>
          <a:noFill/>
          <a:ln w="38100" cap="flat">
            <a:solidFill>
              <a:srgbClr val="C00000"/>
            </a:solidFill>
            <a:bevel/>
            <a:headEnd/>
            <a:tailEnd/>
          </a:ln>
          <a:effectLst/>
        </p:spPr>
        <p:txBody>
          <a:bodyPr wrap="none" rtlCol="0" anchor="ctr"/>
          <a:lstStyle/>
          <a:p>
            <a:pPr algn="ctr"/>
            <a:endParaRPr lang="en-US"/>
          </a:p>
        </p:txBody>
      </p:sp>
      <p:pic>
        <p:nvPicPr>
          <p:cNvPr id="13" name="Picture 12">
            <a:extLst>
              <a:ext uri="{FF2B5EF4-FFF2-40B4-BE49-F238E27FC236}">
                <a16:creationId xmlns:a16="http://schemas.microsoft.com/office/drawing/2014/main" id="{09BA6F84-A93B-D16F-E0CB-35044D763EF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30772" y="2931767"/>
            <a:ext cx="597251" cy="597251"/>
          </a:xfrm>
          <a:prstGeom prst="rect">
            <a:avLst/>
          </a:prstGeom>
        </p:spPr>
      </p:pic>
      <p:sp>
        <p:nvSpPr>
          <p:cNvPr id="14" name="TextBox 13">
            <a:extLst>
              <a:ext uri="{FF2B5EF4-FFF2-40B4-BE49-F238E27FC236}">
                <a16:creationId xmlns:a16="http://schemas.microsoft.com/office/drawing/2014/main" id="{989F7074-2FE5-CDC0-94D6-4F790BB8DC2E}"/>
              </a:ext>
            </a:extLst>
          </p:cNvPr>
          <p:cNvSpPr txBox="1"/>
          <p:nvPr/>
        </p:nvSpPr>
        <p:spPr>
          <a:xfrm>
            <a:off x="469744" y="1044662"/>
            <a:ext cx="11268074" cy="776348"/>
          </a:xfrm>
          <a:prstGeom prst="rect">
            <a:avLst/>
          </a:prstGeom>
          <a:solidFill>
            <a:schemeClr val="bg1"/>
          </a:solidFill>
          <a:ln w="28575">
            <a:solidFill>
              <a:schemeClr val="accent1"/>
            </a:solidFill>
          </a:ln>
        </p:spPr>
        <p:txBody>
          <a:bodyPr wrap="square" lIns="144000" tIns="72000" rIns="144000" bIns="72000" rtlCol="0">
            <a:spAutoFit/>
          </a:bodyPr>
          <a:lstStyle/>
          <a:p>
            <a:r>
              <a:rPr lang="en-US" sz="1200" b="1" dirty="0">
                <a:solidFill>
                  <a:schemeClr val="tx2"/>
                </a:solidFill>
              </a:rPr>
              <a:t>We recommend following these same steps for slides </a:t>
            </a:r>
            <a:r>
              <a:rPr lang="en-US" sz="1200" b="1" dirty="0" err="1">
                <a:solidFill>
                  <a:schemeClr val="tx2"/>
                </a:solidFill>
              </a:rPr>
              <a:t>coverted</a:t>
            </a:r>
            <a:r>
              <a:rPr lang="en-US" sz="1200" b="1" dirty="0">
                <a:solidFill>
                  <a:schemeClr val="tx2"/>
                </a:solidFill>
              </a:rPr>
              <a:t> from the November 2024 template to this March 2025 template</a:t>
            </a:r>
          </a:p>
          <a:p>
            <a:r>
              <a:rPr lang="en-US" sz="1200" b="1" u="sng" dirty="0"/>
              <a:t>OR Skip these steps!</a:t>
            </a:r>
            <a:r>
              <a:rPr lang="en-US" sz="1200" b="1" dirty="0"/>
              <a:t> </a:t>
            </a:r>
            <a:r>
              <a:rPr lang="en-US" sz="1200" b="1" dirty="0" err="1">
                <a:solidFill>
                  <a:schemeClr val="tx1"/>
                </a:solidFill>
              </a:rPr>
              <a:t>FlipMySlides</a:t>
            </a:r>
            <a:r>
              <a:rPr lang="en-US" sz="1200" b="1" dirty="0">
                <a:solidFill>
                  <a:schemeClr val="tx1"/>
                </a:solidFill>
              </a:rPr>
              <a:t> is still available to covert your decks to the new template:</a:t>
            </a:r>
            <a:r>
              <a:rPr lang="en-US" sz="1200" b="1" u="sng" dirty="0">
                <a:solidFill>
                  <a:schemeClr val="tx1"/>
                </a:solidFill>
              </a:rPr>
              <a:t> </a:t>
            </a:r>
            <a:r>
              <a:rPr lang="en-US" sz="1200" b="1" dirty="0">
                <a:solidFill>
                  <a:schemeClr val="tx1"/>
                </a:solidFill>
              </a:rPr>
              <a:t>https://westmonroepartners1.sharepoint.com/</a:t>
            </a:r>
            <a:r>
              <a:rPr lang="en-US" sz="1200" b="1" dirty="0" err="1">
                <a:solidFill>
                  <a:schemeClr val="tx1"/>
                </a:solidFill>
              </a:rPr>
              <a:t>SitePages</a:t>
            </a:r>
            <a:r>
              <a:rPr lang="en-US" sz="1200" b="1" dirty="0">
                <a:solidFill>
                  <a:schemeClr val="tx1"/>
                </a:solidFill>
              </a:rPr>
              <a:t>/Tools-to-Help-You-with-the-</a:t>
            </a:r>
            <a:r>
              <a:rPr lang="en-US" sz="1200" b="1" dirty="0" err="1">
                <a:solidFill>
                  <a:schemeClr val="tx1"/>
                </a:solidFill>
              </a:rPr>
              <a:t>Rebrand.aspx</a:t>
            </a:r>
            <a:endParaRPr lang="en-US" sz="1200" b="1" dirty="0">
              <a:solidFill>
                <a:schemeClr val="tx1"/>
              </a:solidFill>
            </a:endParaRPr>
          </a:p>
        </p:txBody>
      </p:sp>
    </p:spTree>
    <p:extLst>
      <p:ext uri="{BB962C8B-B14F-4D97-AF65-F5344CB8AC3E}">
        <p14:creationId xmlns:p14="http://schemas.microsoft.com/office/powerpoint/2010/main" val="618130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AA1C6-BC0D-7F2D-301F-58B1C01FCE1E}"/>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BBD74D61-B869-655A-58E7-1F7D6FC0A3FD}"/>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4226423" y="1767856"/>
            <a:ext cx="3385880" cy="3423204"/>
          </a:xfrm>
          <a:prstGeom prst="rect">
            <a:avLst/>
          </a:prstGeom>
          <a:solidFill>
            <a:schemeClr val="bg2"/>
          </a:solidFill>
          <a:ln>
            <a:solidFill>
              <a:schemeClr val="accent2"/>
            </a:solidFill>
          </a:ln>
        </p:spPr>
      </p:pic>
      <p:pic>
        <p:nvPicPr>
          <p:cNvPr id="26" name="Picture 25" descr="A close-up of a color palette&#10;&#10;AI-generated content may be incorrect.">
            <a:extLst>
              <a:ext uri="{FF2B5EF4-FFF2-40B4-BE49-F238E27FC236}">
                <a16:creationId xmlns:a16="http://schemas.microsoft.com/office/drawing/2014/main" id="{D260FF5E-1D99-0357-5E28-680BF18CD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4501" y="1655771"/>
            <a:ext cx="1412200" cy="334852"/>
          </a:xfrm>
          <a:prstGeom prst="rect">
            <a:avLst/>
          </a:prstGeom>
        </p:spPr>
      </p:pic>
      <p:pic>
        <p:nvPicPr>
          <p:cNvPr id="6" name="Picture 5">
            <a:extLst>
              <a:ext uri="{FF2B5EF4-FFF2-40B4-BE49-F238E27FC236}">
                <a16:creationId xmlns:a16="http://schemas.microsoft.com/office/drawing/2014/main" id="{5B301938-595B-F83E-23FF-59A5F9DEF59B}"/>
              </a:ext>
            </a:extLst>
          </p:cNvPr>
          <p:cNvPicPr>
            <a:picLocks noChangeAspect="1"/>
          </p:cNvPicPr>
          <p:nvPr/>
        </p:nvPicPr>
        <p:blipFill>
          <a:blip r:embed="rId4" cstate="hqprint">
            <a:extLst>
              <a:ext uri="{28A0092B-C50C-407E-A947-70E740481C1C}">
                <a14:useLocalDpi xmlns:a14="http://schemas.microsoft.com/office/drawing/2010/main"/>
              </a:ext>
            </a:extLst>
          </a:blip>
          <a:srcRect/>
          <a:stretch/>
        </p:blipFill>
        <p:spPr>
          <a:xfrm>
            <a:off x="472569" y="1762524"/>
            <a:ext cx="3385880" cy="3433869"/>
          </a:xfrm>
          <a:prstGeom prst="rect">
            <a:avLst/>
          </a:prstGeom>
          <a:solidFill>
            <a:schemeClr val="bg2"/>
          </a:solidFill>
          <a:ln>
            <a:solidFill>
              <a:schemeClr val="accent2"/>
            </a:solidFill>
          </a:ln>
        </p:spPr>
      </p:pic>
      <p:pic>
        <p:nvPicPr>
          <p:cNvPr id="25" name="Picture 24" descr="A close-up of a color palette&#10;&#10;AI-generated content may be incorrect.">
            <a:extLst>
              <a:ext uri="{FF2B5EF4-FFF2-40B4-BE49-F238E27FC236}">
                <a16:creationId xmlns:a16="http://schemas.microsoft.com/office/drawing/2014/main" id="{6BF18CA0-83B5-B8B2-8722-1BC413CA7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045" y="1630447"/>
            <a:ext cx="1412200" cy="334852"/>
          </a:xfrm>
          <a:prstGeom prst="rect">
            <a:avLst/>
          </a:prstGeom>
        </p:spPr>
      </p:pic>
      <p:sp>
        <p:nvSpPr>
          <p:cNvPr id="2" name="Footer Placeholder 1">
            <a:extLst>
              <a:ext uri="{FF2B5EF4-FFF2-40B4-BE49-F238E27FC236}">
                <a16:creationId xmlns:a16="http://schemas.microsoft.com/office/drawing/2014/main" id="{67376016-E950-6BF0-DB13-2172B874A350}"/>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8086C5C8-E431-6584-06B7-F201ED7CC982}"/>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16</a:t>
            </a:fld>
            <a:endParaRPr lang="en-US"/>
          </a:p>
        </p:txBody>
      </p:sp>
      <p:sp>
        <p:nvSpPr>
          <p:cNvPr id="4" name="Title 3">
            <a:extLst>
              <a:ext uri="{FF2B5EF4-FFF2-40B4-BE49-F238E27FC236}">
                <a16:creationId xmlns:a16="http://schemas.microsoft.com/office/drawing/2014/main" id="{BE49BCC0-4C4D-5B2D-5005-7084B25161FB}"/>
              </a:ext>
            </a:extLst>
          </p:cNvPr>
          <p:cNvSpPr>
            <a:spLocks noGrp="1"/>
          </p:cNvSpPr>
          <p:nvPr>
            <p:ph type="title"/>
          </p:nvPr>
        </p:nvSpPr>
        <p:spPr>
          <a:xfrm>
            <a:off x="460372" y="556953"/>
            <a:ext cx="11268077" cy="855922"/>
          </a:xfrm>
        </p:spPr>
        <p:txBody>
          <a:bodyPr/>
          <a:lstStyle/>
          <a:p>
            <a:r>
              <a:rPr lang="en-US" dirty="0"/>
              <a:t>Chart conversion</a:t>
            </a:r>
          </a:p>
        </p:txBody>
      </p:sp>
      <p:sp>
        <p:nvSpPr>
          <p:cNvPr id="12" name="Text Placeholder 11">
            <a:extLst>
              <a:ext uri="{FF2B5EF4-FFF2-40B4-BE49-F238E27FC236}">
                <a16:creationId xmlns:a16="http://schemas.microsoft.com/office/drawing/2014/main" id="{DE638BD6-623F-4BD3-8E13-168277AEACAE}"/>
              </a:ext>
            </a:extLst>
          </p:cNvPr>
          <p:cNvSpPr>
            <a:spLocks noGrp="1"/>
          </p:cNvSpPr>
          <p:nvPr>
            <p:ph type="body" sz="quarter" idx="19"/>
          </p:nvPr>
        </p:nvSpPr>
        <p:spPr/>
        <p:txBody>
          <a:bodyPr/>
          <a:lstStyle/>
          <a:p>
            <a:r>
              <a:rPr lang="en-US" noProof="0" dirty="0"/>
              <a:t>Instructions</a:t>
            </a:r>
            <a:endParaRPr lang="en-US" dirty="0"/>
          </a:p>
        </p:txBody>
      </p:sp>
      <p:pic>
        <p:nvPicPr>
          <p:cNvPr id="5" name="Picture 4">
            <a:extLst>
              <a:ext uri="{FF2B5EF4-FFF2-40B4-BE49-F238E27FC236}">
                <a16:creationId xmlns:a16="http://schemas.microsoft.com/office/drawing/2014/main" id="{0300530A-AF8B-8063-FAC1-C86D56933B42}"/>
              </a:ext>
            </a:extLst>
          </p:cNvPr>
          <p:cNvPicPr>
            <a:picLocks noChangeAspect="1"/>
          </p:cNvPicPr>
          <p:nvPr/>
        </p:nvPicPr>
        <p:blipFill>
          <a:blip r:embed="rId5" cstate="hqprint">
            <a:extLst>
              <a:ext uri="{28A0092B-C50C-407E-A947-70E740481C1C}">
                <a14:useLocalDpi xmlns:a14="http://schemas.microsoft.com/office/drawing/2010/main"/>
              </a:ext>
            </a:extLst>
          </a:blip>
          <a:srcRect/>
          <a:stretch/>
        </p:blipFill>
        <p:spPr>
          <a:xfrm>
            <a:off x="7991358" y="1767885"/>
            <a:ext cx="3375306" cy="3423145"/>
          </a:xfrm>
          <a:prstGeom prst="rect">
            <a:avLst/>
          </a:prstGeom>
          <a:solidFill>
            <a:schemeClr val="bg2"/>
          </a:solidFill>
          <a:ln>
            <a:solidFill>
              <a:schemeClr val="accent2"/>
            </a:solidFill>
          </a:ln>
        </p:spPr>
      </p:pic>
      <p:pic>
        <p:nvPicPr>
          <p:cNvPr id="9" name="Picture 8">
            <a:extLst>
              <a:ext uri="{FF2B5EF4-FFF2-40B4-BE49-F238E27FC236}">
                <a16:creationId xmlns:a16="http://schemas.microsoft.com/office/drawing/2014/main" id="{4555793D-889F-E671-AD61-49850F1BB47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286723" y="2782756"/>
            <a:ext cx="269866" cy="269866"/>
          </a:xfrm>
          <a:prstGeom prst="rect">
            <a:avLst/>
          </a:prstGeom>
        </p:spPr>
      </p:pic>
      <p:sp>
        <p:nvSpPr>
          <p:cNvPr id="10" name="TextBox 9">
            <a:extLst>
              <a:ext uri="{FF2B5EF4-FFF2-40B4-BE49-F238E27FC236}">
                <a16:creationId xmlns:a16="http://schemas.microsoft.com/office/drawing/2014/main" id="{CBC92EB5-C54A-8128-7ECE-02FF73CE377F}"/>
              </a:ext>
            </a:extLst>
          </p:cNvPr>
          <p:cNvSpPr txBox="1"/>
          <p:nvPr/>
        </p:nvSpPr>
        <p:spPr>
          <a:xfrm>
            <a:off x="466725" y="5347139"/>
            <a:ext cx="3385880" cy="672661"/>
          </a:xfrm>
          <a:prstGeom prst="rect">
            <a:avLst/>
          </a:prstGeom>
          <a:noFill/>
        </p:spPr>
        <p:txBody>
          <a:bodyPr wrap="square" lIns="0" tIns="0" rIns="0" bIns="0" rtlCol="0">
            <a:noAutofit/>
          </a:bodyPr>
          <a:lstStyle/>
          <a:p>
            <a:pPr marL="0" indent="-3657600" algn="l">
              <a:spcAft>
                <a:spcPts val="600"/>
              </a:spcAft>
            </a:pPr>
            <a:r>
              <a:rPr lang="en-US" sz="1200" b="0" i="0" dirty="0">
                <a:solidFill>
                  <a:schemeClr val="tx1"/>
                </a:solidFill>
                <a:latin typeface="+mn-lt"/>
                <a:ea typeface="Roboto" panose="02000000000000000000" pitchFamily="2" charset="0"/>
                <a:cs typeface="Segoe UI" panose="020B0502040204020203" pitchFamily="34" charset="0"/>
              </a:rPr>
              <a:t>Charts that are created in this PPT use colors and text colors that load from the default brand colors in the PPT theme. </a:t>
            </a:r>
          </a:p>
        </p:txBody>
      </p:sp>
      <p:sp>
        <p:nvSpPr>
          <p:cNvPr id="11" name="TextBox 10">
            <a:extLst>
              <a:ext uri="{FF2B5EF4-FFF2-40B4-BE49-F238E27FC236}">
                <a16:creationId xmlns:a16="http://schemas.microsoft.com/office/drawing/2014/main" id="{91AC8850-C113-39C3-7284-5F9403107DF1}"/>
              </a:ext>
            </a:extLst>
          </p:cNvPr>
          <p:cNvSpPr txBox="1"/>
          <p:nvPr/>
        </p:nvSpPr>
        <p:spPr>
          <a:xfrm>
            <a:off x="4226424" y="5347139"/>
            <a:ext cx="3385880"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To convert to approved data vis colors, first adjust the text color in the chart to Grounded Blue, and add a 1.5pt stroke to the color bars.</a:t>
            </a:r>
          </a:p>
        </p:txBody>
      </p:sp>
      <p:sp>
        <p:nvSpPr>
          <p:cNvPr id="14" name="Oval 13">
            <a:extLst>
              <a:ext uri="{FF2B5EF4-FFF2-40B4-BE49-F238E27FC236}">
                <a16:creationId xmlns:a16="http://schemas.microsoft.com/office/drawing/2014/main" id="{14151C70-B170-3E4D-A31F-A56C8B2C8FD0}"/>
              </a:ext>
            </a:extLst>
          </p:cNvPr>
          <p:cNvSpPr/>
          <p:nvPr/>
        </p:nvSpPr>
        <p:spPr bwMode="auto">
          <a:xfrm>
            <a:off x="1844675" y="1754318"/>
            <a:ext cx="1049237" cy="239662"/>
          </a:xfrm>
          <a:prstGeom prst="ellipse">
            <a:avLst/>
          </a:prstGeom>
          <a:noFill/>
          <a:ln w="38100" cap="flat">
            <a:solidFill>
              <a:srgbClr val="C00000"/>
            </a:solidFill>
            <a:bevel/>
            <a:headEnd/>
            <a:tailEnd/>
          </a:ln>
          <a:effectLst/>
        </p:spPr>
        <p:txBody>
          <a:bodyPr wrap="none" rtlCol="0" anchor="ctr"/>
          <a:lstStyle/>
          <a:p>
            <a:pPr algn="ctr"/>
            <a:endParaRPr lang="en-US" dirty="0">
              <a:highlight>
                <a:srgbClr val="FF00FF"/>
              </a:highlight>
            </a:endParaRPr>
          </a:p>
        </p:txBody>
      </p:sp>
      <p:sp>
        <p:nvSpPr>
          <p:cNvPr id="16" name="TextBox 15">
            <a:extLst>
              <a:ext uri="{FF2B5EF4-FFF2-40B4-BE49-F238E27FC236}">
                <a16:creationId xmlns:a16="http://schemas.microsoft.com/office/drawing/2014/main" id="{34C59CED-AB1E-98D6-D277-385E2DB00E31}"/>
              </a:ext>
            </a:extLst>
          </p:cNvPr>
          <p:cNvSpPr txBox="1"/>
          <p:nvPr/>
        </p:nvSpPr>
        <p:spPr>
          <a:xfrm>
            <a:off x="7991967" y="5347139"/>
            <a:ext cx="3797272"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Then apply the Categorical Data Vis colors (in order) that are in the drop down menu. The approved order is also shown below the artboard. You may start the order at any point in the progression.</a:t>
            </a:r>
          </a:p>
        </p:txBody>
      </p:sp>
      <p:sp>
        <p:nvSpPr>
          <p:cNvPr id="17" name="Right Arrow 16">
            <a:extLst>
              <a:ext uri="{FF2B5EF4-FFF2-40B4-BE49-F238E27FC236}">
                <a16:creationId xmlns:a16="http://schemas.microsoft.com/office/drawing/2014/main" id="{ED21B406-BAAA-8495-416C-0E2FC234338A}"/>
              </a:ext>
            </a:extLst>
          </p:cNvPr>
          <p:cNvSpPr/>
          <p:nvPr/>
        </p:nvSpPr>
        <p:spPr bwMode="auto">
          <a:xfrm>
            <a:off x="3919827" y="3316171"/>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18" name="Right Arrow 17">
            <a:extLst>
              <a:ext uri="{FF2B5EF4-FFF2-40B4-BE49-F238E27FC236}">
                <a16:creationId xmlns:a16="http://schemas.microsoft.com/office/drawing/2014/main" id="{5A90E687-8781-B92C-7B66-240C7E5F2E73}"/>
              </a:ext>
            </a:extLst>
          </p:cNvPr>
          <p:cNvSpPr/>
          <p:nvPr/>
        </p:nvSpPr>
        <p:spPr bwMode="auto">
          <a:xfrm>
            <a:off x="7670733" y="3316171"/>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pic>
        <p:nvPicPr>
          <p:cNvPr id="19" name="Picture 18">
            <a:extLst>
              <a:ext uri="{FF2B5EF4-FFF2-40B4-BE49-F238E27FC236}">
                <a16:creationId xmlns:a16="http://schemas.microsoft.com/office/drawing/2014/main" id="{8C60F452-1CC5-8AA7-B95F-5F0CFF0B002B}"/>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8979481" y="1367609"/>
            <a:ext cx="1715936" cy="641310"/>
          </a:xfrm>
          <a:prstGeom prst="rect">
            <a:avLst/>
          </a:prstGeom>
        </p:spPr>
      </p:pic>
      <p:graphicFrame>
        <p:nvGraphicFramePr>
          <p:cNvPr id="20" name="Content Placeholder 7">
            <a:extLst>
              <a:ext uri="{FF2B5EF4-FFF2-40B4-BE49-F238E27FC236}">
                <a16:creationId xmlns:a16="http://schemas.microsoft.com/office/drawing/2014/main" id="{CCC4F10E-8AF9-536F-FAD2-097C1DC2D25E}"/>
              </a:ext>
            </a:extLst>
          </p:cNvPr>
          <p:cNvGraphicFramePr>
            <a:graphicFrameLocks/>
          </p:cNvGraphicFramePr>
          <p:nvPr>
            <p:extLst>
              <p:ext uri="{D42A27DB-BD31-4B8C-83A1-F6EECF244321}">
                <p14:modId xmlns:p14="http://schemas.microsoft.com/office/powerpoint/2010/main" val="1426401895"/>
              </p:ext>
            </p:extLst>
          </p:nvPr>
        </p:nvGraphicFramePr>
        <p:xfrm>
          <a:off x="8566953" y="2754352"/>
          <a:ext cx="2193121" cy="181985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1" name="Content Placeholder 7">
            <a:extLst>
              <a:ext uri="{FF2B5EF4-FFF2-40B4-BE49-F238E27FC236}">
                <a16:creationId xmlns:a16="http://schemas.microsoft.com/office/drawing/2014/main" id="{4FF1A8D1-D48B-9EA3-3DF5-79BCB63B5BF8}"/>
              </a:ext>
            </a:extLst>
          </p:cNvPr>
          <p:cNvGraphicFramePr>
            <a:graphicFrameLocks/>
          </p:cNvGraphicFramePr>
          <p:nvPr>
            <p:extLst>
              <p:ext uri="{D42A27DB-BD31-4B8C-83A1-F6EECF244321}">
                <p14:modId xmlns:p14="http://schemas.microsoft.com/office/powerpoint/2010/main" val="3658330154"/>
              </p:ext>
            </p:extLst>
          </p:nvPr>
        </p:nvGraphicFramePr>
        <p:xfrm>
          <a:off x="4808994" y="2765503"/>
          <a:ext cx="2193121" cy="1819858"/>
        </p:xfrm>
        <a:graphic>
          <a:graphicData uri="http://schemas.openxmlformats.org/drawingml/2006/chart">
            <c:chart xmlns:c="http://schemas.openxmlformats.org/drawingml/2006/chart" xmlns:r="http://schemas.openxmlformats.org/officeDocument/2006/relationships" r:id="rId9"/>
          </a:graphicData>
        </a:graphic>
      </p:graphicFrame>
      <p:sp>
        <p:nvSpPr>
          <p:cNvPr id="23" name="Oval 22">
            <a:extLst>
              <a:ext uri="{FF2B5EF4-FFF2-40B4-BE49-F238E27FC236}">
                <a16:creationId xmlns:a16="http://schemas.microsoft.com/office/drawing/2014/main" id="{636CD213-6A0D-4278-1F34-52B4B652639C}"/>
              </a:ext>
            </a:extLst>
          </p:cNvPr>
          <p:cNvSpPr/>
          <p:nvPr/>
        </p:nvSpPr>
        <p:spPr bwMode="auto">
          <a:xfrm>
            <a:off x="6096000" y="1789043"/>
            <a:ext cx="234138" cy="239662"/>
          </a:xfrm>
          <a:prstGeom prst="ellipse">
            <a:avLst/>
          </a:prstGeom>
          <a:noFill/>
          <a:ln w="38100" cap="flat">
            <a:solidFill>
              <a:srgbClr val="C00000"/>
            </a:solidFill>
            <a:bevel/>
            <a:headEnd/>
            <a:tailEnd/>
          </a:ln>
          <a:effectLst/>
        </p:spPr>
        <p:txBody>
          <a:bodyPr wrap="none" rtlCol="0" anchor="ctr"/>
          <a:lstStyle/>
          <a:p>
            <a:pPr algn="ctr"/>
            <a:endParaRPr lang="en-US"/>
          </a:p>
        </p:txBody>
      </p:sp>
    </p:spTree>
    <p:extLst>
      <p:ext uri="{BB962C8B-B14F-4D97-AF65-F5344CB8AC3E}">
        <p14:creationId xmlns:p14="http://schemas.microsoft.com/office/powerpoint/2010/main" val="151014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21A84-5D7A-8BE9-FC7A-57550A5152E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912497-847F-2FF1-C85D-2A3E7BFD09E3}"/>
              </a:ext>
            </a:extLst>
          </p:cNvPr>
          <p:cNvSpPr>
            <a:spLocks noGrp="1"/>
          </p:cNvSpPr>
          <p:nvPr>
            <p:ph type="ftr" sz="quarter" idx="10"/>
          </p:nvPr>
        </p:nvSpPr>
        <p:spPr>
          <a:xfrm>
            <a:off x="4321019" y="6400798"/>
            <a:ext cx="7102834" cy="167949"/>
          </a:xfrm>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11F00406-0717-3AE1-EB34-E6DC490339E5}"/>
              </a:ext>
            </a:extLst>
          </p:cNvPr>
          <p:cNvSpPr>
            <a:spLocks noGrp="1"/>
          </p:cNvSpPr>
          <p:nvPr>
            <p:ph type="sldNum" sz="quarter" idx="11"/>
          </p:nvPr>
        </p:nvSpPr>
        <p:spPr>
          <a:xfrm>
            <a:off x="11509578" y="6400799"/>
            <a:ext cx="218871" cy="167949"/>
          </a:xfrm>
        </p:spPr>
        <p:txBody>
          <a:bodyPr/>
          <a:lstStyle/>
          <a:p>
            <a:fld id="{63DCA5C9-2E11-4C67-86EB-AE1DE127DC64}" type="slidenum">
              <a:rPr lang="en-US" smtClean="0"/>
              <a:pPr/>
              <a:t>17</a:t>
            </a:fld>
            <a:endParaRPr lang="en-US"/>
          </a:p>
        </p:txBody>
      </p:sp>
      <p:sp>
        <p:nvSpPr>
          <p:cNvPr id="4" name="Title 3">
            <a:extLst>
              <a:ext uri="{FF2B5EF4-FFF2-40B4-BE49-F238E27FC236}">
                <a16:creationId xmlns:a16="http://schemas.microsoft.com/office/drawing/2014/main" id="{12D560C8-7406-BFE5-EEFC-3E43957CFF67}"/>
              </a:ext>
            </a:extLst>
          </p:cNvPr>
          <p:cNvSpPr>
            <a:spLocks noGrp="1"/>
          </p:cNvSpPr>
          <p:nvPr>
            <p:ph type="title"/>
          </p:nvPr>
        </p:nvSpPr>
        <p:spPr>
          <a:xfrm>
            <a:off x="460372" y="556953"/>
            <a:ext cx="11268077" cy="855922"/>
          </a:xfrm>
        </p:spPr>
        <p:txBody>
          <a:bodyPr/>
          <a:lstStyle/>
          <a:p>
            <a:r>
              <a:rPr lang="en-US" dirty="0"/>
              <a:t>Chart conversion</a:t>
            </a:r>
          </a:p>
        </p:txBody>
      </p:sp>
      <p:sp>
        <p:nvSpPr>
          <p:cNvPr id="12" name="Text Placeholder 11">
            <a:extLst>
              <a:ext uri="{FF2B5EF4-FFF2-40B4-BE49-F238E27FC236}">
                <a16:creationId xmlns:a16="http://schemas.microsoft.com/office/drawing/2014/main" id="{4D1516C7-1464-2D19-59DD-DCCD52DA7BA3}"/>
              </a:ext>
            </a:extLst>
          </p:cNvPr>
          <p:cNvSpPr>
            <a:spLocks noGrp="1"/>
          </p:cNvSpPr>
          <p:nvPr>
            <p:ph type="body" sz="quarter" idx="19"/>
          </p:nvPr>
        </p:nvSpPr>
        <p:spPr/>
        <p:txBody>
          <a:bodyPr/>
          <a:lstStyle/>
          <a:p>
            <a:r>
              <a:rPr lang="en-US" noProof="0" dirty="0"/>
              <a:t>Instructions</a:t>
            </a:r>
            <a:endParaRPr lang="en-US" dirty="0"/>
          </a:p>
        </p:txBody>
      </p:sp>
      <p:pic>
        <p:nvPicPr>
          <p:cNvPr id="7" name="Picture 6">
            <a:extLst>
              <a:ext uri="{FF2B5EF4-FFF2-40B4-BE49-F238E27FC236}">
                <a16:creationId xmlns:a16="http://schemas.microsoft.com/office/drawing/2014/main" id="{0B0EF9F2-D4FD-4A55-0673-A76579DD2D82}"/>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472569" y="1765224"/>
            <a:ext cx="3385880" cy="3428469"/>
          </a:xfrm>
          <a:prstGeom prst="rect">
            <a:avLst/>
          </a:prstGeom>
          <a:solidFill>
            <a:schemeClr val="bg2"/>
          </a:solidFill>
          <a:ln>
            <a:solidFill>
              <a:schemeClr val="accent2"/>
            </a:solidFill>
          </a:ln>
        </p:spPr>
      </p:pic>
      <p:sp>
        <p:nvSpPr>
          <p:cNvPr id="8" name="TextBox 7">
            <a:extLst>
              <a:ext uri="{FF2B5EF4-FFF2-40B4-BE49-F238E27FC236}">
                <a16:creationId xmlns:a16="http://schemas.microsoft.com/office/drawing/2014/main" id="{66F5053B-5FF7-8740-A0FD-43E55109B375}"/>
              </a:ext>
            </a:extLst>
          </p:cNvPr>
          <p:cNvSpPr txBox="1"/>
          <p:nvPr/>
        </p:nvSpPr>
        <p:spPr>
          <a:xfrm>
            <a:off x="466725" y="5347139"/>
            <a:ext cx="3385880"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Or you can use the Deemphasis Data Vis colors to highlight individual stats.</a:t>
            </a:r>
          </a:p>
        </p:txBody>
      </p:sp>
      <p:sp>
        <p:nvSpPr>
          <p:cNvPr id="13" name="TextBox 12">
            <a:extLst>
              <a:ext uri="{FF2B5EF4-FFF2-40B4-BE49-F238E27FC236}">
                <a16:creationId xmlns:a16="http://schemas.microsoft.com/office/drawing/2014/main" id="{75AD05C5-7FD1-A955-186C-F74BB2A56520}"/>
              </a:ext>
            </a:extLst>
          </p:cNvPr>
          <p:cNvSpPr txBox="1"/>
          <p:nvPr/>
        </p:nvSpPr>
        <p:spPr>
          <a:xfrm>
            <a:off x="4232268" y="5347139"/>
            <a:ext cx="3385880"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Any of the categorical colors can be used with the grays to highlight data.</a:t>
            </a:r>
          </a:p>
        </p:txBody>
      </p:sp>
      <p:pic>
        <p:nvPicPr>
          <p:cNvPr id="22" name="Picture 21">
            <a:extLst>
              <a:ext uri="{FF2B5EF4-FFF2-40B4-BE49-F238E27FC236}">
                <a16:creationId xmlns:a16="http://schemas.microsoft.com/office/drawing/2014/main" id="{E60471FB-B961-1F94-1055-B608AA7232F3}"/>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4232268" y="1767885"/>
            <a:ext cx="3385880" cy="3423145"/>
          </a:xfrm>
          <a:prstGeom prst="rect">
            <a:avLst/>
          </a:prstGeom>
          <a:solidFill>
            <a:schemeClr val="bg2"/>
          </a:solidFill>
          <a:ln>
            <a:solidFill>
              <a:schemeClr val="accent2"/>
            </a:solidFill>
          </a:ln>
        </p:spPr>
      </p:pic>
      <p:pic>
        <p:nvPicPr>
          <p:cNvPr id="24" name="Picture 23">
            <a:extLst>
              <a:ext uri="{FF2B5EF4-FFF2-40B4-BE49-F238E27FC236}">
                <a16:creationId xmlns:a16="http://schemas.microsoft.com/office/drawing/2014/main" id="{343F3B28-5720-354E-FC02-EA64674DA9FC}"/>
              </a:ext>
            </a:extLst>
          </p:cNvPr>
          <p:cNvPicPr>
            <a:picLocks noChangeAspect="1"/>
          </p:cNvPicPr>
          <p:nvPr/>
        </p:nvPicPr>
        <p:blipFill>
          <a:blip r:embed="rId4" cstate="hqprint">
            <a:extLst>
              <a:ext uri="{28A0092B-C50C-407E-A947-70E740481C1C}">
                <a14:useLocalDpi xmlns:a14="http://schemas.microsoft.com/office/drawing/2010/main"/>
              </a:ext>
            </a:extLst>
          </a:blip>
          <a:srcRect/>
          <a:stretch/>
        </p:blipFill>
        <p:spPr>
          <a:xfrm>
            <a:off x="7991967" y="1767885"/>
            <a:ext cx="3385880" cy="3423145"/>
          </a:xfrm>
          <a:prstGeom prst="rect">
            <a:avLst/>
          </a:prstGeom>
          <a:solidFill>
            <a:schemeClr val="bg2"/>
          </a:solidFill>
          <a:ln>
            <a:solidFill>
              <a:schemeClr val="accent2"/>
            </a:solidFill>
          </a:ln>
        </p:spPr>
      </p:pic>
      <p:sp>
        <p:nvSpPr>
          <p:cNvPr id="27" name="TextBox 26">
            <a:extLst>
              <a:ext uri="{FF2B5EF4-FFF2-40B4-BE49-F238E27FC236}">
                <a16:creationId xmlns:a16="http://schemas.microsoft.com/office/drawing/2014/main" id="{F1F2B3C0-BCDB-AA1F-E5FE-E15998597C8E}"/>
              </a:ext>
            </a:extLst>
          </p:cNvPr>
          <p:cNvSpPr txBox="1"/>
          <p:nvPr/>
        </p:nvSpPr>
        <p:spPr>
          <a:xfrm>
            <a:off x="7991966" y="5347139"/>
            <a:ext cx="3797271" cy="672661"/>
          </a:xfrm>
          <a:prstGeom prst="rect">
            <a:avLst/>
          </a:prstGeom>
          <a:noFill/>
        </p:spPr>
        <p:txBody>
          <a:bodyPr wrap="square" lIns="0" tIns="0" rIns="0" bIns="0" rtlCol="0">
            <a:noAutofit/>
          </a:bodyPr>
          <a:lstStyle/>
          <a:p>
            <a:pPr marL="0" indent="-3657600" algn="l">
              <a:spcAft>
                <a:spcPts val="600"/>
              </a:spcAft>
            </a:pPr>
            <a:r>
              <a:rPr lang="en-US" sz="1200" b="0" i="0">
                <a:solidFill>
                  <a:schemeClr val="tx1"/>
                </a:solidFill>
                <a:latin typeface="+mn-lt"/>
                <a:ea typeface="Roboto" panose="02000000000000000000" pitchFamily="2" charset="0"/>
                <a:cs typeface="Segoe UI" panose="020B0502040204020203" pitchFamily="34" charset="0"/>
              </a:rPr>
              <a:t>If multiple stats need to be highlighted, use colors </a:t>
            </a:r>
            <a:br>
              <a:rPr lang="en-US" sz="1200" b="0" i="0">
                <a:solidFill>
                  <a:schemeClr val="tx1"/>
                </a:solidFill>
                <a:latin typeface="+mn-lt"/>
                <a:ea typeface="Roboto" panose="02000000000000000000" pitchFamily="2" charset="0"/>
                <a:cs typeface="Segoe UI" panose="020B0502040204020203" pitchFamily="34" charset="0"/>
              </a:rPr>
            </a:br>
            <a:r>
              <a:rPr lang="en-US" sz="1200" b="0" i="0">
                <a:solidFill>
                  <a:schemeClr val="tx1"/>
                </a:solidFill>
                <a:latin typeface="+mn-lt"/>
                <a:ea typeface="Roboto" panose="02000000000000000000" pitchFamily="2" charset="0"/>
                <a:cs typeface="Segoe UI" panose="020B0502040204020203" pitchFamily="34" charset="0"/>
              </a:rPr>
              <a:t>in the approved order shown below the artboard.</a:t>
            </a:r>
          </a:p>
        </p:txBody>
      </p:sp>
      <p:sp>
        <p:nvSpPr>
          <p:cNvPr id="28" name="Right Arrow 27">
            <a:extLst>
              <a:ext uri="{FF2B5EF4-FFF2-40B4-BE49-F238E27FC236}">
                <a16:creationId xmlns:a16="http://schemas.microsoft.com/office/drawing/2014/main" id="{DED42093-3FF1-9FB8-9003-E6E446639771}"/>
              </a:ext>
            </a:extLst>
          </p:cNvPr>
          <p:cNvSpPr/>
          <p:nvPr/>
        </p:nvSpPr>
        <p:spPr bwMode="auto">
          <a:xfrm>
            <a:off x="3919827" y="3316171"/>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29" name="Right Arrow 28">
            <a:extLst>
              <a:ext uri="{FF2B5EF4-FFF2-40B4-BE49-F238E27FC236}">
                <a16:creationId xmlns:a16="http://schemas.microsoft.com/office/drawing/2014/main" id="{40340C02-2BCC-0A2D-F299-564D70033603}"/>
              </a:ext>
            </a:extLst>
          </p:cNvPr>
          <p:cNvSpPr/>
          <p:nvPr/>
        </p:nvSpPr>
        <p:spPr bwMode="auto">
          <a:xfrm>
            <a:off x="7670733" y="3316171"/>
            <a:ext cx="262195" cy="326571"/>
          </a:xfrm>
          <a:prstGeom prst="rightArrow">
            <a:avLst/>
          </a:prstGeom>
          <a:solidFill>
            <a:schemeClr val="accent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23132990"/>
      </p:ext>
    </p:extLst>
  </p:cSld>
  <p:clrMapOvr>
    <a:masterClrMapping/>
  </p:clrMapOvr>
</p:sld>
</file>

<file path=ppt/theme/theme1.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1"/>
        </a:solidFill>
        <a:ln>
          <a:noFill/>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kumimoji="0"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defRPr>
        </a:defPPr>
      </a:lstStyle>
    </a:spDef>
    <a:txDef>
      <a:spPr>
        <a:noFill/>
      </a:spPr>
      <a:bodyPr wrap="square" lIns="0" tIns="0" rIns="0" bIns="0" rtlCol="0">
        <a:noAutofit/>
      </a:bodyPr>
      <a:lstStyle>
        <a:defPPr marL="0" indent="0" algn="l">
          <a:spcAft>
            <a:spcPts val="600"/>
          </a:spcAft>
          <a:tabLst/>
          <a:defRPr sz="1500" dirty="0" smtClean="0"/>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WestMonroe_Template_03272025" id="{FD548885-D271-C344-A9EF-E5FD6397F777}" vid="{5F28799C-4AF9-9948-8960-67A6D588F8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46A1945-19C9-0246-AC13-B3F27468DB2A}">
  <we:reference id="d2164860-9689-45e3-a1e5-90c76032056e"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TemplafyFormConfiguration><![CDATA[{"formFields":[],"formDataEntries":[]}]]></TemplafyFormConfiguration>
</file>

<file path=customXml/item2.xml><?xml version="1.0" encoding="utf-8"?>
<ct:contentTypeSchema xmlns:ct="http://schemas.microsoft.com/office/2006/metadata/contentType" xmlns:ma="http://schemas.microsoft.com/office/2006/metadata/properties/metaAttributes" ct:_="" ma:_="" ma:contentTypeName="Document" ma:contentTypeID="0x010100BCC0B19E89142648B201B78ED5031948" ma:contentTypeVersion="15" ma:contentTypeDescription="Create a new document." ma:contentTypeScope="" ma:versionID="25cb2aa7946ecb4a8eeaa13d6060f87b">
  <xsd:schema xmlns:xsd="http://www.w3.org/2001/XMLSchema" xmlns:xs="http://www.w3.org/2001/XMLSchema" xmlns:p="http://schemas.microsoft.com/office/2006/metadata/properties" xmlns:ns2="a422ea04-2e59-4bae-b491-f8d4a0f1338c" xmlns:ns3="ba5e37af-abfe-4fe2-a092-246167a60ac6" targetNamespace="http://schemas.microsoft.com/office/2006/metadata/properties" ma:root="true" ma:fieldsID="7be9c5279775f2dd409ea73e3c2e0be9" ns2:_="" ns3:_="">
    <xsd:import namespace="a422ea04-2e59-4bae-b491-f8d4a0f1338c"/>
    <xsd:import namespace="ba5e37af-abfe-4fe2-a092-246167a60ac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22ea04-2e59-4bae-b491-f8d4a0f1338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d9fbabe8-1c89-47f3-93c4-f60b3feb87f1"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a5e37af-abfe-4fe2-a092-246167a60ac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be5ed862-9e61-4efd-9744-9cdcae885dfd}" ma:internalName="TaxCatchAll" ma:showField="CatchAllData" ma:web="ba5e37af-abfe-4fe2-a092-246167a60ac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emplafyTemplateConfiguration><![CDATA[{"elementsMetadata":[],"transformationConfigurations":[],"templateName":"2025_WestMonroe_PPT_16x9","templateDescription":"","enableDocumentContentUpdater":false,"version":"2.0"}]]></TemplafyTemplateConfiguration>
</file>

<file path=customXml/item5.xml><?xml version="1.0" encoding="utf-8"?>
<p:properties xmlns:p="http://schemas.microsoft.com/office/2006/metadata/properties" xmlns:xsi="http://www.w3.org/2001/XMLSchema-instance" xmlns:pc="http://schemas.microsoft.com/office/infopath/2007/PartnerControls">
  <documentManagement>
    <lcf76f155ced4ddcb4097134ff3c332f xmlns="a422ea04-2e59-4bae-b491-f8d4a0f1338c">
      <Terms xmlns="http://schemas.microsoft.com/office/infopath/2007/PartnerControls"/>
    </lcf76f155ced4ddcb4097134ff3c332f>
    <TaxCatchAll xmlns="ba5e37af-abfe-4fe2-a092-246167a60ac6" xsi:nil="true"/>
  </documentManagement>
</p:properties>
</file>

<file path=customXml/itemProps1.xml><?xml version="1.0" encoding="utf-8"?>
<ds:datastoreItem xmlns:ds="http://schemas.openxmlformats.org/officeDocument/2006/customXml" ds:itemID="{0CBC1FBE-A17B-4339-B47E-16E242FBE46B}">
  <ds:schemaRefs/>
</ds:datastoreItem>
</file>

<file path=customXml/itemProps2.xml><?xml version="1.0" encoding="utf-8"?>
<ds:datastoreItem xmlns:ds="http://schemas.openxmlformats.org/officeDocument/2006/customXml" ds:itemID="{9F0AAD77-F3C3-4EE6-911E-AB22072B1CFA}"/>
</file>

<file path=customXml/itemProps3.xml><?xml version="1.0" encoding="utf-8"?>
<ds:datastoreItem xmlns:ds="http://schemas.openxmlformats.org/officeDocument/2006/customXml" ds:itemID="{B4EE1DD2-7369-4637-890C-945791B46234}">
  <ds:schemaRefs>
    <ds:schemaRef ds:uri="http://schemas.microsoft.com/sharepoint/v3/contenttype/forms"/>
  </ds:schemaRefs>
</ds:datastoreItem>
</file>

<file path=customXml/itemProps4.xml><?xml version="1.0" encoding="utf-8"?>
<ds:datastoreItem xmlns:ds="http://schemas.openxmlformats.org/officeDocument/2006/customXml" ds:itemID="{715F87DD-855A-466B-B963-5CBA1C78262D}">
  <ds:schemaRefs/>
</ds:datastoreItem>
</file>

<file path=customXml/itemProps5.xml><?xml version="1.0" encoding="utf-8"?>
<ds:datastoreItem xmlns:ds="http://schemas.openxmlformats.org/officeDocument/2006/customXml" ds:itemID="{EEF607C6-A57A-4B03-A83A-45F6327B7BA6}">
  <ds:schemaRefs>
    <ds:schemaRef ds:uri="http://schemas.openxmlformats.org/package/2006/metadata/core-properties"/>
    <ds:schemaRef ds:uri="http://purl.org/dc/elements/1.1/"/>
    <ds:schemaRef ds:uri="http://schemas.microsoft.com/office/infopath/2007/PartnerControl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5f516323-c404-4240-b31b-aaee12bbaa03"/>
    <ds:schemaRef ds:uri="480531b1-361a-4826-9072-6ca6dc31cd22"/>
  </ds:schemaRefs>
</ds:datastoreItem>
</file>

<file path=docMetadata/LabelInfo.xml><?xml version="1.0" encoding="utf-8"?>
<clbl:labelList xmlns:clbl="http://schemas.microsoft.com/office/2020/mipLabelMetadata">
  <clbl:label id="{53d2f50d-dc6e-4d07-88dc-32fef40a0f51}" enabled="0" method="" siteId="{53d2f50d-dc6e-4d07-88dc-32fef40a0f51}" removed="1"/>
</clbl:labelList>
</file>

<file path=docProps/app.xml><?xml version="1.0" encoding="utf-8"?>
<Properties xmlns="http://schemas.openxmlformats.org/officeDocument/2006/extended-properties" xmlns:vt="http://schemas.openxmlformats.org/officeDocument/2006/docPropsVTypes">
  <Template>West Monroe 032625</Template>
  <TotalTime>91</TotalTime>
  <Words>2683</Words>
  <Application>Microsoft Macintosh PowerPoint</Application>
  <PresentationFormat>Widescreen</PresentationFormat>
  <Paragraphs>303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Segoe UI</vt:lpstr>
      <vt:lpstr>West Monroe 032625</vt:lpstr>
      <vt:lpstr>Welcome to the West Monroe 16:9 PPT Template</vt:lpstr>
      <vt:lpstr>New functionality: Preloaded layouts and color palettes</vt:lpstr>
      <vt:lpstr>Slide layouts </vt:lpstr>
      <vt:lpstr>Text hierarchy and adjustment</vt:lpstr>
      <vt:lpstr>Color palettes</vt:lpstr>
      <vt:lpstr>Data visualization palette types </vt:lpstr>
      <vt:lpstr>Data visualization palette usage </vt:lpstr>
      <vt:lpstr>Data visualization palette usage continued </vt:lpstr>
      <vt:lpstr>Graphic element usage </vt:lpstr>
      <vt:lpstr>Highlight adjustment</vt:lpstr>
      <vt:lpstr>Cropping images</vt:lpstr>
      <vt:lpstr>Guide alignment</vt:lpstr>
      <vt:lpstr>Conversion to the new template</vt:lpstr>
      <vt:lpstr>Conversion to the new template continued</vt:lpstr>
      <vt:lpstr>Conversion misuse</vt:lpstr>
      <vt:lpstr>Chart conversion</vt:lpstr>
      <vt:lpstr>Chart conversion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Madison Mize</dc:creator>
  <cp:keywords/>
  <dc:description/>
  <cp:lastModifiedBy>Madison Mize</cp:lastModifiedBy>
  <cp:revision>1</cp:revision>
  <dcterms:created xsi:type="dcterms:W3CDTF">2025-03-30T15:21:03Z</dcterms:created>
  <dcterms:modified xsi:type="dcterms:W3CDTF">2025-03-30T16:52:05Z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0x010100BCC0B19E89142648B201B78ED5031948</vt:lpwstr>
  </property>
  <property fmtid="{D5CDD505-2E9C-101B-9397-08002B2CF9AE}" pid="3" name="MediaServiceImageTags">
    <vt:lpwstr/>
  </property>
  <property fmtid="{D5CDD505-2E9C-101B-9397-08002B2CF9AE}" pid="4" name="TemplafyTimeStamp">
    <vt:lpwstr>2024-12-31T20:05:19</vt:lpwstr>
  </property>
  <property fmtid="{D5CDD505-2E9C-101B-9397-08002B2CF9AE}" pid="5" name="TemplafyTenantId">
    <vt:lpwstr>westmonroe</vt:lpwstr>
  </property>
  <property fmtid="{D5CDD505-2E9C-101B-9397-08002B2CF9AE}" pid="6" name="TemplafyTemplateId">
    <vt:lpwstr>1084189916094791682</vt:lpwstr>
  </property>
  <property fmtid="{D5CDD505-2E9C-101B-9397-08002B2CF9AE}" pid="7" name="TemplafyUserProfileId">
    <vt:lpwstr>638072374866684596</vt:lpwstr>
  </property>
  <property fmtid="{D5CDD505-2E9C-101B-9397-08002B2CF9AE}" pid="8" name="TemplafyFromBlank">
    <vt:bool>true</vt:bool>
  </property>
</Properties>
</file>